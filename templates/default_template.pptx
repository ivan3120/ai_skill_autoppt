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customXml/item1.xml" ContentType="application/xml"/>
  <Override PartName="/customXml/item10.xml" ContentType="application/xml"/>
  <Override PartName="/customXml/item11.xml" ContentType="application/xml"/>
  <Override PartName="/customXml/item12.xml" ContentType="application/xml"/>
  <Override PartName="/customXml/item13.xml" ContentType="application/xml"/>
  <Override PartName="/customXml/item14.xml" ContentType="application/xml"/>
  <Override PartName="/customXml/item15.xml" ContentType="application/xml"/>
  <Override PartName="/customXml/item16.xml" ContentType="application/xml"/>
  <Override PartName="/customXml/item17.xml" ContentType="application/xml"/>
  <Override PartName="/customXml/item18.xml" ContentType="application/xml"/>
  <Override PartName="/customXml/item19.xml" ContentType="application/xml"/>
  <Override PartName="/customXml/item2.xml" ContentType="application/xml"/>
  <Override PartName="/customXml/item20.xml" ContentType="application/xml"/>
  <Override PartName="/customXml/item3.xml" ContentType="application/xml"/>
  <Override PartName="/customXml/item4.xml" ContentType="application/xml"/>
  <Override PartName="/customXml/item5.xml" ContentType="application/xml"/>
  <Override PartName="/customXml/item6.xml" ContentType="application/xml"/>
  <Override PartName="/customXml/item7.xml" ContentType="application/xml"/>
  <Override PartName="/customXml/item8.xml" ContentType="application/xml"/>
  <Override PartName="/customXml/item9.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21"/>
  </p:sldMasterIdLst>
  <p:notesMasterIdLst>
    <p:notesMasterId r:id="rId22"/>
  </p:notesMasterIdLst>
  <p:sldIdLst>
    <p:sldId id="259" r:id="rId23"/>
    <p:sldId id="262" r:id="rId24"/>
    <p:sldId id="265" r:id="rId25"/>
    <p:sldId id="277" r:id="rId26"/>
    <p:sldId id="280" r:id="rId27"/>
    <p:sldId id="283" r:id="rId28"/>
    <p:sldId id="268" r:id="rId29"/>
    <p:sldId id="286" r:id="rId30"/>
    <p:sldId id="289" r:id="rId31"/>
    <p:sldId id="292" r:id="rId32"/>
    <p:sldId id="295" r:id="rId33"/>
    <p:sldId id="271" r:id="rId34"/>
    <p:sldId id="298" r:id="rId35"/>
    <p:sldId id="301" r:id="rId36"/>
    <p:sldId id="304" r:id="rId37"/>
    <p:sldId id="274" r:id="rId38"/>
    <p:sldId id="307" r:id="rId39"/>
    <p:sldId id="310" r:id="rId40"/>
    <p:sldId id="313" r:id="rId41"/>
  </p:sldIdLst>
  <p:sldSz cx="12192000" cy="6858000"/>
  <p:notesSz cx="6858000" cy="9144000"/>
  <p:custDataLst>
    <p:custData r:id="rId1"/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customXml" Target="../customXml/item10.xml" /><Relationship Id="rId11" Type="http://schemas.openxmlformats.org/officeDocument/2006/relationships/customXml" Target="../customXml/item11.xml" /><Relationship Id="rId12" Type="http://schemas.openxmlformats.org/officeDocument/2006/relationships/customXml" Target="../customXml/item12.xml" /><Relationship Id="rId13" Type="http://schemas.openxmlformats.org/officeDocument/2006/relationships/customXml" Target="../customXml/item13.xml" /><Relationship Id="rId14" Type="http://schemas.openxmlformats.org/officeDocument/2006/relationships/customXml" Target="../customXml/item14.xml" /><Relationship Id="rId15" Type="http://schemas.openxmlformats.org/officeDocument/2006/relationships/customXml" Target="../customXml/item15.xml" /><Relationship Id="rId16" Type="http://schemas.openxmlformats.org/officeDocument/2006/relationships/customXml" Target="../customXml/item16.xml" /><Relationship Id="rId17" Type="http://schemas.openxmlformats.org/officeDocument/2006/relationships/customXml" Target="../customXml/item17.xml" /><Relationship Id="rId18" Type="http://schemas.openxmlformats.org/officeDocument/2006/relationships/customXml" Target="../customXml/item18.xml" /><Relationship Id="rId19" Type="http://schemas.openxmlformats.org/officeDocument/2006/relationships/customXml" Target="../customXml/item19.xml" /><Relationship Id="rId2" Type="http://schemas.openxmlformats.org/officeDocument/2006/relationships/customXml" Target="../customXml/item2.xml" /><Relationship Id="rId20" Type="http://schemas.openxmlformats.org/officeDocument/2006/relationships/customXml" Target="../customXml/item20.xml" /><Relationship Id="rId21" Type="http://schemas.openxmlformats.org/officeDocument/2006/relationships/slideMaster" Target="slideMasters/slideMaster1.xml" /><Relationship Id="rId22" Type="http://schemas.openxmlformats.org/officeDocument/2006/relationships/notesMaster" Target="notesMasters/notesMaster1.xml" /><Relationship Id="rId23" Type="http://schemas.openxmlformats.org/officeDocument/2006/relationships/slide" Target="slides/slide1.xml" /><Relationship Id="rId24" Type="http://schemas.openxmlformats.org/officeDocument/2006/relationships/slide" Target="slides/slide2.xml" /><Relationship Id="rId25" Type="http://schemas.openxmlformats.org/officeDocument/2006/relationships/slide" Target="slides/slide3.xml" /><Relationship Id="rId26" Type="http://schemas.openxmlformats.org/officeDocument/2006/relationships/slide" Target="slides/slide4.xml" /><Relationship Id="rId27" Type="http://schemas.openxmlformats.org/officeDocument/2006/relationships/slide" Target="slides/slide5.xml" /><Relationship Id="rId28" Type="http://schemas.openxmlformats.org/officeDocument/2006/relationships/slide" Target="slides/slide6.xml" /><Relationship Id="rId29" Type="http://schemas.openxmlformats.org/officeDocument/2006/relationships/slide" Target="slides/slide7.xml" /><Relationship Id="rId3" Type="http://schemas.openxmlformats.org/officeDocument/2006/relationships/customXml" Target="../customXml/item3.xml" /><Relationship Id="rId30" Type="http://schemas.openxmlformats.org/officeDocument/2006/relationships/slide" Target="slides/slide8.xml" /><Relationship Id="rId31" Type="http://schemas.openxmlformats.org/officeDocument/2006/relationships/slide" Target="slides/slide9.xml" /><Relationship Id="rId32" Type="http://schemas.openxmlformats.org/officeDocument/2006/relationships/slide" Target="slides/slide10.xml" /><Relationship Id="rId33" Type="http://schemas.openxmlformats.org/officeDocument/2006/relationships/slide" Target="slides/slide11.xml" /><Relationship Id="rId34" Type="http://schemas.openxmlformats.org/officeDocument/2006/relationships/slide" Target="slides/slide12.xml" /><Relationship Id="rId35" Type="http://schemas.openxmlformats.org/officeDocument/2006/relationships/slide" Target="slides/slide13.xml" /><Relationship Id="rId36" Type="http://schemas.openxmlformats.org/officeDocument/2006/relationships/slide" Target="slides/slide14.xml" /><Relationship Id="rId37" Type="http://schemas.openxmlformats.org/officeDocument/2006/relationships/slide" Target="slides/slide15.xml" /><Relationship Id="rId38" Type="http://schemas.openxmlformats.org/officeDocument/2006/relationships/slide" Target="slides/slide16.xml" /><Relationship Id="rId39" Type="http://schemas.openxmlformats.org/officeDocument/2006/relationships/slide" Target="slides/slide17.xml" /><Relationship Id="rId4" Type="http://schemas.openxmlformats.org/officeDocument/2006/relationships/customXml" Target="../customXml/item4.xml" /><Relationship Id="rId40" Type="http://schemas.openxmlformats.org/officeDocument/2006/relationships/slide" Target="slides/slide18.xml" /><Relationship Id="rId41" Type="http://schemas.openxmlformats.org/officeDocument/2006/relationships/slide" Target="slides/slide19.xml" /><Relationship Id="rId42" Type="http://schemas.openxmlformats.org/officeDocument/2006/relationships/tags" Target="tags/tag364.xml" /><Relationship Id="rId43" Type="http://schemas.openxmlformats.org/officeDocument/2006/relationships/presProps" Target="presProps.xml" /><Relationship Id="rId44" Type="http://schemas.openxmlformats.org/officeDocument/2006/relationships/viewProps" Target="viewProps.xml" /><Relationship Id="rId45" Type="http://schemas.openxmlformats.org/officeDocument/2006/relationships/theme" Target="theme/theme1.xml" /><Relationship Id="rId46" Type="http://schemas.openxmlformats.org/officeDocument/2006/relationships/tableStyles" Target="tableStyles.xml" /><Relationship Id="rId5" Type="http://schemas.openxmlformats.org/officeDocument/2006/relationships/customXml" Target="../customXml/item5.xml" /><Relationship Id="rId6" Type="http://schemas.openxmlformats.org/officeDocument/2006/relationships/customXml" Target="../customXml/item6.xml" /><Relationship Id="rId7" Type="http://schemas.openxmlformats.org/officeDocument/2006/relationships/customXml" Target="../customXml/item7.xml" /><Relationship Id="rId8" Type="http://schemas.openxmlformats.org/officeDocument/2006/relationships/customXml" Target="../customXml/item8.xml" /><Relationship Id="rId9" Type="http://schemas.openxmlformats.org/officeDocument/2006/relationships/customXml" Target="../customXml/item9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68736-B353-4025-890B-76C2124F99D8}" type="datetimeFigureOut">
              <a:rPr lang="zh-CN" altLang="en-US" smtClean="0"/>
              <a:t>2025/2/22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0F2CC-A791-4455-9F04-1E0AAB878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283264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C383F-7835-4816-A137-47151F96A99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val="1847219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val="1941521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val="413397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val="508926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val="58872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val="1888160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val="1865528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val="3376811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188F3-69D3-4061-9271-EC28C4778B5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val="2687204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74383-5C3A-46DA-B392-F2DF5C0028B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val="60208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E8DDB-6DA6-4A94-BAC1-E344D99C9F5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val="3181752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C383F-7835-4816-A137-47151F96A99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val="3711634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 title="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 title=""/>
          <p:cNvSpPr txBox="1"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Generate By BIYOO ChatPPT.
HomePage：www.chat-ppt.com
AIGC 2026/3/31 20:58:45
[AI生成内容仅供参考，请注意甄别准确性]</a:t>
            </a:r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D275739-6AE8-4330-A7FC-EB980C96CAC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9973BC1-FE8B-4136-BA32-11555403B45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E94E7AF-F3C7-46A1-AD1E-F1E95B34097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D9E9FF7-4E52-46DF-A86A-C668528DB50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581E8C1-E24F-420C-9A27-EAF75C9B998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C69B226-70E0-4B96-8A37-4975BF2BF8C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E965C41-F98C-4B7B-8D35-663D3C7889D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D099247-4708-4055-A1CB-64E7D8E92DE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C8C6E29-A4FA-4E32-BEBF-4C6685A24C7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CFCD115-DCE7-4F22-8BF5-E8AA5B6DF8E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149C00B-97E5-4A5F-B940-C6B6358BA78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6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Relationship Id="rId4" Type="http://schemas.openxmlformats.org/officeDocument/2006/relationships/tags" Target="../tags/tag1.xml" /><Relationship Id="rId5" Type="http://schemas.openxmlformats.org/officeDocument/2006/relationships/tags" Target="../tags/tag2.xml" /><Relationship Id="rId6" Type="http://schemas.openxmlformats.org/officeDocument/2006/relationships/tags" Target="../tags/tag3.xml" /><Relationship Id="rId7" Type="http://schemas.openxmlformats.org/officeDocument/2006/relationships/tags" Target="../tags/tag4.xml" /><Relationship Id="rId8" Type="http://schemas.openxmlformats.org/officeDocument/2006/relationships/tags" Target="../tags/tag5.xml" /><Relationship Id="rId9" Type="http://schemas.openxmlformats.org/officeDocument/2006/relationships/customXml" Target="../../customXml/item2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4.xml" /><Relationship Id="rId11" Type="http://schemas.openxmlformats.org/officeDocument/2006/relationships/tags" Target="../tags/tag15.xml" /><Relationship Id="rId12" Type="http://schemas.openxmlformats.org/officeDocument/2006/relationships/tags" Target="../tags/tag16.xml" /><Relationship Id="rId13" Type="http://schemas.openxmlformats.org/officeDocument/2006/relationships/tags" Target="../tags/tag17.xml" /><Relationship Id="rId14" Type="http://schemas.openxmlformats.org/officeDocument/2006/relationships/tags" Target="../tags/tag18.xml" /><Relationship Id="rId15" Type="http://schemas.openxmlformats.org/officeDocument/2006/relationships/tags" Target="../tags/tag19.xml" /><Relationship Id="rId16" Type="http://schemas.openxmlformats.org/officeDocument/2006/relationships/tags" Target="../tags/tag20.xml" /><Relationship Id="rId17" Type="http://schemas.openxmlformats.org/officeDocument/2006/relationships/tags" Target="../tags/tag21.xml" /><Relationship Id="rId18" Type="http://schemas.openxmlformats.org/officeDocument/2006/relationships/tags" Target="../tags/tag22.xml" /><Relationship Id="rId19" Type="http://schemas.openxmlformats.org/officeDocument/2006/relationships/tags" Target="../tags/tag23.xml" /><Relationship Id="rId2" Type="http://schemas.openxmlformats.org/officeDocument/2006/relationships/notesSlide" Target="../notesSlides/notesSlide2.xml" /><Relationship Id="rId20" Type="http://schemas.openxmlformats.org/officeDocument/2006/relationships/customXml" Target="../../customXml/item3.xml" /><Relationship Id="rId21" Type="http://schemas.openxmlformats.org/officeDocument/2006/relationships/tags" Target="../tags/tag24.xml" /><Relationship Id="rId3" Type="http://schemas.openxmlformats.org/officeDocument/2006/relationships/tags" Target="../tags/tag7.xml" /><Relationship Id="rId4" Type="http://schemas.openxmlformats.org/officeDocument/2006/relationships/tags" Target="../tags/tag8.xml" /><Relationship Id="rId5" Type="http://schemas.openxmlformats.org/officeDocument/2006/relationships/tags" Target="../tags/tag9.xml" /><Relationship Id="rId6" Type="http://schemas.openxmlformats.org/officeDocument/2006/relationships/tags" Target="../tags/tag10.xml" /><Relationship Id="rId7" Type="http://schemas.openxmlformats.org/officeDocument/2006/relationships/tags" Target="../tags/tag11.xml" /><Relationship Id="rId8" Type="http://schemas.openxmlformats.org/officeDocument/2006/relationships/tags" Target="../tags/tag12.xml" /><Relationship Id="rId9" Type="http://schemas.openxmlformats.org/officeDocument/2006/relationships/tags" Target="../tags/tag13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Relationship Id="rId3" Type="http://schemas.openxmlformats.org/officeDocument/2006/relationships/tags" Target="../tags/tag25.xml" /><Relationship Id="rId4" Type="http://schemas.openxmlformats.org/officeDocument/2006/relationships/tags" Target="../tags/tag26.xml" /><Relationship Id="rId5" Type="http://schemas.openxmlformats.org/officeDocument/2006/relationships/tags" Target="../tags/tag27.xml" /><Relationship Id="rId6" Type="http://schemas.openxmlformats.org/officeDocument/2006/relationships/customXml" Target="../../customXml/item4.xml" /><Relationship Id="rId7" Type="http://schemas.openxmlformats.org/officeDocument/2006/relationships/tags" Target="../tags/tag28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6.xml" /><Relationship Id="rId11" Type="http://schemas.openxmlformats.org/officeDocument/2006/relationships/image" Target="../media/image2.jpeg" /><Relationship Id="rId12" Type="http://schemas.openxmlformats.org/officeDocument/2006/relationships/tags" Target="../tags/tag37.xml" /><Relationship Id="rId13" Type="http://schemas.openxmlformats.org/officeDocument/2006/relationships/tags" Target="../tags/tag38.xml" /><Relationship Id="rId14" Type="http://schemas.openxmlformats.org/officeDocument/2006/relationships/tags" Target="../tags/tag39.xml" /><Relationship Id="rId15" Type="http://schemas.openxmlformats.org/officeDocument/2006/relationships/tags" Target="../tags/tag40.xml" /><Relationship Id="rId16" Type="http://schemas.openxmlformats.org/officeDocument/2006/relationships/tags" Target="../tags/tag41.xml" /><Relationship Id="rId17" Type="http://schemas.openxmlformats.org/officeDocument/2006/relationships/customXml" Target="../../customXml/item5.xml" /><Relationship Id="rId18" Type="http://schemas.openxmlformats.org/officeDocument/2006/relationships/tags" Target="../tags/tag42.xml" /><Relationship Id="rId2" Type="http://schemas.openxmlformats.org/officeDocument/2006/relationships/notesSlide" Target="../notesSlides/notesSlide4.xml" /><Relationship Id="rId3" Type="http://schemas.openxmlformats.org/officeDocument/2006/relationships/tags" Target="../tags/tag29.xml" /><Relationship Id="rId4" Type="http://schemas.openxmlformats.org/officeDocument/2006/relationships/tags" Target="../tags/tag30.xml" /><Relationship Id="rId5" Type="http://schemas.openxmlformats.org/officeDocument/2006/relationships/tags" Target="../tags/tag31.xml" /><Relationship Id="rId6" Type="http://schemas.openxmlformats.org/officeDocument/2006/relationships/tags" Target="../tags/tag32.xml" /><Relationship Id="rId7" Type="http://schemas.openxmlformats.org/officeDocument/2006/relationships/tags" Target="../tags/tag33.xml" /><Relationship Id="rId8" Type="http://schemas.openxmlformats.org/officeDocument/2006/relationships/tags" Target="../tags/tag34.xml" /><Relationship Id="rId9" Type="http://schemas.openxmlformats.org/officeDocument/2006/relationships/tags" Target="../tags/tag35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50.xml" /><Relationship Id="rId11" Type="http://schemas.openxmlformats.org/officeDocument/2006/relationships/tags" Target="../tags/tag51.xml" /><Relationship Id="rId12" Type="http://schemas.openxmlformats.org/officeDocument/2006/relationships/tags" Target="../tags/tag52.xml" /><Relationship Id="rId13" Type="http://schemas.openxmlformats.org/officeDocument/2006/relationships/tags" Target="../tags/tag53.xml" /><Relationship Id="rId14" Type="http://schemas.openxmlformats.org/officeDocument/2006/relationships/tags" Target="../tags/tag54.xml" /><Relationship Id="rId15" Type="http://schemas.openxmlformats.org/officeDocument/2006/relationships/tags" Target="../tags/tag55.xml" /><Relationship Id="rId16" Type="http://schemas.openxmlformats.org/officeDocument/2006/relationships/tags" Target="../tags/tag56.xml" /><Relationship Id="rId17" Type="http://schemas.openxmlformats.org/officeDocument/2006/relationships/tags" Target="../tags/tag57.xml" /><Relationship Id="rId18" Type="http://schemas.openxmlformats.org/officeDocument/2006/relationships/tags" Target="../tags/tag58.xml" /><Relationship Id="rId19" Type="http://schemas.openxmlformats.org/officeDocument/2006/relationships/tags" Target="../tags/tag59.xml" /><Relationship Id="rId2" Type="http://schemas.openxmlformats.org/officeDocument/2006/relationships/notesSlide" Target="../notesSlides/notesSlide5.xml" /><Relationship Id="rId20" Type="http://schemas.openxmlformats.org/officeDocument/2006/relationships/tags" Target="../tags/tag60.xml" /><Relationship Id="rId21" Type="http://schemas.openxmlformats.org/officeDocument/2006/relationships/tags" Target="../tags/tag61.xml" /><Relationship Id="rId22" Type="http://schemas.openxmlformats.org/officeDocument/2006/relationships/tags" Target="../tags/tag62.xml" /><Relationship Id="rId23" Type="http://schemas.openxmlformats.org/officeDocument/2006/relationships/tags" Target="../tags/tag63.xml" /><Relationship Id="rId24" Type="http://schemas.openxmlformats.org/officeDocument/2006/relationships/tags" Target="../tags/tag64.xml" /><Relationship Id="rId25" Type="http://schemas.openxmlformats.org/officeDocument/2006/relationships/tags" Target="../tags/tag65.xml" /><Relationship Id="rId26" Type="http://schemas.openxmlformats.org/officeDocument/2006/relationships/tags" Target="../tags/tag66.xml" /><Relationship Id="rId27" Type="http://schemas.openxmlformats.org/officeDocument/2006/relationships/tags" Target="../tags/tag67.xml" /><Relationship Id="rId28" Type="http://schemas.openxmlformats.org/officeDocument/2006/relationships/tags" Target="../tags/tag68.xml" /><Relationship Id="rId29" Type="http://schemas.openxmlformats.org/officeDocument/2006/relationships/tags" Target="../tags/tag69.xml" /><Relationship Id="rId3" Type="http://schemas.openxmlformats.org/officeDocument/2006/relationships/tags" Target="../tags/tag43.xml" /><Relationship Id="rId30" Type="http://schemas.openxmlformats.org/officeDocument/2006/relationships/tags" Target="../tags/tag70.xml" /><Relationship Id="rId31" Type="http://schemas.openxmlformats.org/officeDocument/2006/relationships/tags" Target="../tags/tag71.xml" /><Relationship Id="rId32" Type="http://schemas.openxmlformats.org/officeDocument/2006/relationships/tags" Target="../tags/tag72.xml" /><Relationship Id="rId33" Type="http://schemas.openxmlformats.org/officeDocument/2006/relationships/tags" Target="../tags/tag73.xml" /><Relationship Id="rId34" Type="http://schemas.openxmlformats.org/officeDocument/2006/relationships/tags" Target="../tags/tag74.xml" /><Relationship Id="rId35" Type="http://schemas.openxmlformats.org/officeDocument/2006/relationships/tags" Target="../tags/tag75.xml" /><Relationship Id="rId36" Type="http://schemas.openxmlformats.org/officeDocument/2006/relationships/tags" Target="../tags/tag76.xml" /><Relationship Id="rId37" Type="http://schemas.openxmlformats.org/officeDocument/2006/relationships/tags" Target="../tags/tag77.xml" /><Relationship Id="rId38" Type="http://schemas.openxmlformats.org/officeDocument/2006/relationships/tags" Target="../tags/tag78.xml" /><Relationship Id="rId39" Type="http://schemas.openxmlformats.org/officeDocument/2006/relationships/image" Target="../media/image3.png" /><Relationship Id="rId4" Type="http://schemas.openxmlformats.org/officeDocument/2006/relationships/tags" Target="../tags/tag44.xml" /><Relationship Id="rId40" Type="http://schemas.openxmlformats.org/officeDocument/2006/relationships/image" Target="../media/image4.svg" /><Relationship Id="rId41" Type="http://schemas.openxmlformats.org/officeDocument/2006/relationships/tags" Target="../tags/tag79.xml" /><Relationship Id="rId42" Type="http://schemas.openxmlformats.org/officeDocument/2006/relationships/customXml" Target="../../customXml/item6.xml" /><Relationship Id="rId43" Type="http://schemas.openxmlformats.org/officeDocument/2006/relationships/tags" Target="../tags/tag80.xml" /><Relationship Id="rId5" Type="http://schemas.openxmlformats.org/officeDocument/2006/relationships/tags" Target="../tags/tag45.xml" /><Relationship Id="rId6" Type="http://schemas.openxmlformats.org/officeDocument/2006/relationships/tags" Target="../tags/tag46.xml" /><Relationship Id="rId7" Type="http://schemas.openxmlformats.org/officeDocument/2006/relationships/tags" Target="../tags/tag47.xml" /><Relationship Id="rId8" Type="http://schemas.openxmlformats.org/officeDocument/2006/relationships/tags" Target="../tags/tag48.xml" /><Relationship Id="rId9" Type="http://schemas.openxmlformats.org/officeDocument/2006/relationships/tags" Target="../tags/tag49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86.xml" /><Relationship Id="rId2" Type="http://schemas.openxmlformats.org/officeDocument/2006/relationships/notesSlide" Target="../notesSlides/notesSlide6.xml" /><Relationship Id="rId3" Type="http://schemas.openxmlformats.org/officeDocument/2006/relationships/tags" Target="../tags/tag81.xml" /><Relationship Id="rId4" Type="http://schemas.openxmlformats.org/officeDocument/2006/relationships/tags" Target="../tags/tag82.xml" /><Relationship Id="rId5" Type="http://schemas.openxmlformats.org/officeDocument/2006/relationships/image" Target="../media/image5.jpeg" /><Relationship Id="rId6" Type="http://schemas.openxmlformats.org/officeDocument/2006/relationships/tags" Target="../tags/tag83.xml" /><Relationship Id="rId7" Type="http://schemas.openxmlformats.org/officeDocument/2006/relationships/tags" Target="../tags/tag84.xml" /><Relationship Id="rId8" Type="http://schemas.openxmlformats.org/officeDocument/2006/relationships/tags" Target="../tags/tag85.xml" /><Relationship Id="rId9" Type="http://schemas.openxmlformats.org/officeDocument/2006/relationships/customXml" Target="../../customXml/item7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Relationship Id="rId3" Type="http://schemas.openxmlformats.org/officeDocument/2006/relationships/tags" Target="../tags/tag87.xml" /><Relationship Id="rId4" Type="http://schemas.openxmlformats.org/officeDocument/2006/relationships/tags" Target="../tags/tag88.xml" /><Relationship Id="rId5" Type="http://schemas.openxmlformats.org/officeDocument/2006/relationships/tags" Target="../tags/tag89.xml" /><Relationship Id="rId6" Type="http://schemas.openxmlformats.org/officeDocument/2006/relationships/customXml" Target="../../customXml/item8.xml" /><Relationship Id="rId7" Type="http://schemas.openxmlformats.org/officeDocument/2006/relationships/tags" Target="../tags/tag90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98.xml" /><Relationship Id="rId11" Type="http://schemas.openxmlformats.org/officeDocument/2006/relationships/tags" Target="../tags/tag99.xml" /><Relationship Id="rId12" Type="http://schemas.openxmlformats.org/officeDocument/2006/relationships/tags" Target="../tags/tag100.xml" /><Relationship Id="rId13" Type="http://schemas.openxmlformats.org/officeDocument/2006/relationships/tags" Target="../tags/tag101.xml" /><Relationship Id="rId14" Type="http://schemas.openxmlformats.org/officeDocument/2006/relationships/tags" Target="../tags/tag102.xml" /><Relationship Id="rId15" Type="http://schemas.openxmlformats.org/officeDocument/2006/relationships/tags" Target="../tags/tag103.xml" /><Relationship Id="rId16" Type="http://schemas.openxmlformats.org/officeDocument/2006/relationships/tags" Target="../tags/tag104.xml" /><Relationship Id="rId17" Type="http://schemas.openxmlformats.org/officeDocument/2006/relationships/tags" Target="../tags/tag105.xml" /><Relationship Id="rId18" Type="http://schemas.openxmlformats.org/officeDocument/2006/relationships/tags" Target="../tags/tag106.xml" /><Relationship Id="rId19" Type="http://schemas.openxmlformats.org/officeDocument/2006/relationships/tags" Target="../tags/tag107.xml" /><Relationship Id="rId2" Type="http://schemas.openxmlformats.org/officeDocument/2006/relationships/notesSlide" Target="../notesSlides/notesSlide8.xml" /><Relationship Id="rId20" Type="http://schemas.openxmlformats.org/officeDocument/2006/relationships/tags" Target="../tags/tag108.xml" /><Relationship Id="rId21" Type="http://schemas.openxmlformats.org/officeDocument/2006/relationships/tags" Target="../tags/tag109.xml" /><Relationship Id="rId22" Type="http://schemas.openxmlformats.org/officeDocument/2006/relationships/tags" Target="../tags/tag110.xml" /><Relationship Id="rId23" Type="http://schemas.openxmlformats.org/officeDocument/2006/relationships/tags" Target="../tags/tag111.xml" /><Relationship Id="rId24" Type="http://schemas.openxmlformats.org/officeDocument/2006/relationships/tags" Target="../tags/tag112.xml" /><Relationship Id="rId25" Type="http://schemas.openxmlformats.org/officeDocument/2006/relationships/tags" Target="../tags/tag113.xml" /><Relationship Id="rId26" Type="http://schemas.openxmlformats.org/officeDocument/2006/relationships/tags" Target="../tags/tag114.xml" /><Relationship Id="rId27" Type="http://schemas.openxmlformats.org/officeDocument/2006/relationships/tags" Target="../tags/tag115.xml" /><Relationship Id="rId28" Type="http://schemas.openxmlformats.org/officeDocument/2006/relationships/tags" Target="../tags/tag116.xml" /><Relationship Id="rId29" Type="http://schemas.openxmlformats.org/officeDocument/2006/relationships/tags" Target="../tags/tag117.xml" /><Relationship Id="rId3" Type="http://schemas.openxmlformats.org/officeDocument/2006/relationships/tags" Target="../tags/tag91.xml" /><Relationship Id="rId30" Type="http://schemas.openxmlformats.org/officeDocument/2006/relationships/tags" Target="../tags/tag118.xml" /><Relationship Id="rId31" Type="http://schemas.openxmlformats.org/officeDocument/2006/relationships/tags" Target="../tags/tag119.xml" /><Relationship Id="rId32" Type="http://schemas.openxmlformats.org/officeDocument/2006/relationships/tags" Target="../tags/tag120.xml" /><Relationship Id="rId33" Type="http://schemas.openxmlformats.org/officeDocument/2006/relationships/image" Target="../media/image3.png" /><Relationship Id="rId34" Type="http://schemas.openxmlformats.org/officeDocument/2006/relationships/image" Target="../media/image4.svg" /><Relationship Id="rId35" Type="http://schemas.openxmlformats.org/officeDocument/2006/relationships/tags" Target="../tags/tag121.xml" /><Relationship Id="rId36" Type="http://schemas.openxmlformats.org/officeDocument/2006/relationships/tags" Target="../tags/tag122.xml" /><Relationship Id="rId37" Type="http://schemas.openxmlformats.org/officeDocument/2006/relationships/tags" Target="../tags/tag123.xml" /><Relationship Id="rId38" Type="http://schemas.openxmlformats.org/officeDocument/2006/relationships/tags" Target="../tags/tag124.xml" /><Relationship Id="rId39" Type="http://schemas.openxmlformats.org/officeDocument/2006/relationships/tags" Target="../tags/tag125.xml" /><Relationship Id="rId4" Type="http://schemas.openxmlformats.org/officeDocument/2006/relationships/tags" Target="../tags/tag92.xml" /><Relationship Id="rId40" Type="http://schemas.openxmlformats.org/officeDocument/2006/relationships/tags" Target="../tags/tag126.xml" /><Relationship Id="rId41" Type="http://schemas.openxmlformats.org/officeDocument/2006/relationships/customXml" Target="../../customXml/item9.xml" /><Relationship Id="rId42" Type="http://schemas.openxmlformats.org/officeDocument/2006/relationships/tags" Target="../tags/tag127.xml" /><Relationship Id="rId5" Type="http://schemas.openxmlformats.org/officeDocument/2006/relationships/tags" Target="../tags/tag93.xml" /><Relationship Id="rId6" Type="http://schemas.openxmlformats.org/officeDocument/2006/relationships/tags" Target="../tags/tag94.xml" /><Relationship Id="rId7" Type="http://schemas.openxmlformats.org/officeDocument/2006/relationships/tags" Target="../tags/tag95.xml" /><Relationship Id="rId8" Type="http://schemas.openxmlformats.org/officeDocument/2006/relationships/tags" Target="../tags/tag96.xml" /><Relationship Id="rId9" Type="http://schemas.openxmlformats.org/officeDocument/2006/relationships/tags" Target="../tags/tag9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35.xml" /><Relationship Id="rId11" Type="http://schemas.openxmlformats.org/officeDocument/2006/relationships/tags" Target="../tags/tag136.xml" /><Relationship Id="rId12" Type="http://schemas.openxmlformats.org/officeDocument/2006/relationships/tags" Target="../tags/tag137.xml" /><Relationship Id="rId13" Type="http://schemas.openxmlformats.org/officeDocument/2006/relationships/tags" Target="../tags/tag138.xml" /><Relationship Id="rId14" Type="http://schemas.openxmlformats.org/officeDocument/2006/relationships/tags" Target="../tags/tag139.xml" /><Relationship Id="rId15" Type="http://schemas.openxmlformats.org/officeDocument/2006/relationships/tags" Target="../tags/tag140.xml" /><Relationship Id="rId16" Type="http://schemas.openxmlformats.org/officeDocument/2006/relationships/tags" Target="../tags/tag141.xml" /><Relationship Id="rId17" Type="http://schemas.openxmlformats.org/officeDocument/2006/relationships/tags" Target="../tags/tag142.xml" /><Relationship Id="rId18" Type="http://schemas.openxmlformats.org/officeDocument/2006/relationships/tags" Target="../tags/tag143.xml" /><Relationship Id="rId19" Type="http://schemas.openxmlformats.org/officeDocument/2006/relationships/tags" Target="../tags/tag144.xml" /><Relationship Id="rId2" Type="http://schemas.openxmlformats.org/officeDocument/2006/relationships/notesSlide" Target="../notesSlides/notesSlide9.xml" /><Relationship Id="rId20" Type="http://schemas.openxmlformats.org/officeDocument/2006/relationships/tags" Target="../tags/tag145.xml" /><Relationship Id="rId21" Type="http://schemas.openxmlformats.org/officeDocument/2006/relationships/tags" Target="../tags/tag146.xml" /><Relationship Id="rId22" Type="http://schemas.openxmlformats.org/officeDocument/2006/relationships/tags" Target="../tags/tag147.xml" /><Relationship Id="rId23" Type="http://schemas.openxmlformats.org/officeDocument/2006/relationships/tags" Target="../tags/tag148.xml" /><Relationship Id="rId24" Type="http://schemas.openxmlformats.org/officeDocument/2006/relationships/tags" Target="../tags/tag149.xml" /><Relationship Id="rId25" Type="http://schemas.openxmlformats.org/officeDocument/2006/relationships/tags" Target="../tags/tag150.xml" /><Relationship Id="rId26" Type="http://schemas.openxmlformats.org/officeDocument/2006/relationships/tags" Target="../tags/tag151.xml" /><Relationship Id="rId27" Type="http://schemas.openxmlformats.org/officeDocument/2006/relationships/tags" Target="../tags/tag152.xml" /><Relationship Id="rId28" Type="http://schemas.openxmlformats.org/officeDocument/2006/relationships/customXml" Target="../../customXml/item10.xml" /><Relationship Id="rId29" Type="http://schemas.openxmlformats.org/officeDocument/2006/relationships/tags" Target="../tags/tag153.xml" /><Relationship Id="rId3" Type="http://schemas.openxmlformats.org/officeDocument/2006/relationships/tags" Target="../tags/tag128.xml" /><Relationship Id="rId4" Type="http://schemas.openxmlformats.org/officeDocument/2006/relationships/tags" Target="../tags/tag129.xml" /><Relationship Id="rId5" Type="http://schemas.openxmlformats.org/officeDocument/2006/relationships/tags" Target="../tags/tag130.xml" /><Relationship Id="rId6" Type="http://schemas.openxmlformats.org/officeDocument/2006/relationships/tags" Target="../tags/tag131.xml" /><Relationship Id="rId7" Type="http://schemas.openxmlformats.org/officeDocument/2006/relationships/tags" Target="../tags/tag132.xml" /><Relationship Id="rId8" Type="http://schemas.openxmlformats.org/officeDocument/2006/relationships/tags" Target="../tags/tag133.xml" /><Relationship Id="rId9" Type="http://schemas.openxmlformats.org/officeDocument/2006/relationships/tags" Target="../tags/tag134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customXml" Target="../../customXml/item11.xml" /><Relationship Id="rId11" Type="http://schemas.openxmlformats.org/officeDocument/2006/relationships/tags" Target="../tags/tag159.xml" /><Relationship Id="rId2" Type="http://schemas.openxmlformats.org/officeDocument/2006/relationships/notesSlide" Target="../notesSlides/notesSlide10.xml" /><Relationship Id="rId3" Type="http://schemas.openxmlformats.org/officeDocument/2006/relationships/tags" Target="../tags/tag154.xml" /><Relationship Id="rId4" Type="http://schemas.openxmlformats.org/officeDocument/2006/relationships/image" Target="../media/image6.jpeg" /><Relationship Id="rId5" Type="http://schemas.openxmlformats.org/officeDocument/2006/relationships/tags" Target="../tags/tag155.xml" /><Relationship Id="rId6" Type="http://schemas.openxmlformats.org/officeDocument/2006/relationships/image" Target="../media/image7.jpeg" /><Relationship Id="rId7" Type="http://schemas.openxmlformats.org/officeDocument/2006/relationships/tags" Target="../tags/tag156.xml" /><Relationship Id="rId8" Type="http://schemas.openxmlformats.org/officeDocument/2006/relationships/tags" Target="../tags/tag157.xml" /><Relationship Id="rId9" Type="http://schemas.openxmlformats.org/officeDocument/2006/relationships/tags" Target="../tags/tag158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167.xml" /><Relationship Id="rId11" Type="http://schemas.openxmlformats.org/officeDocument/2006/relationships/tags" Target="../tags/tag168.xml" /><Relationship Id="rId12" Type="http://schemas.openxmlformats.org/officeDocument/2006/relationships/tags" Target="../tags/tag169.xml" /><Relationship Id="rId13" Type="http://schemas.openxmlformats.org/officeDocument/2006/relationships/tags" Target="../tags/tag170.xml" /><Relationship Id="rId14" Type="http://schemas.openxmlformats.org/officeDocument/2006/relationships/tags" Target="../tags/tag171.xml" /><Relationship Id="rId15" Type="http://schemas.openxmlformats.org/officeDocument/2006/relationships/tags" Target="../tags/tag172.xml" /><Relationship Id="rId16" Type="http://schemas.openxmlformats.org/officeDocument/2006/relationships/tags" Target="../tags/tag173.xml" /><Relationship Id="rId17" Type="http://schemas.openxmlformats.org/officeDocument/2006/relationships/tags" Target="../tags/tag174.xml" /><Relationship Id="rId18" Type="http://schemas.openxmlformats.org/officeDocument/2006/relationships/tags" Target="../tags/tag175.xml" /><Relationship Id="rId19" Type="http://schemas.openxmlformats.org/officeDocument/2006/relationships/tags" Target="../tags/tag176.xml" /><Relationship Id="rId2" Type="http://schemas.openxmlformats.org/officeDocument/2006/relationships/notesSlide" Target="../notesSlides/notesSlide11.xml" /><Relationship Id="rId20" Type="http://schemas.openxmlformats.org/officeDocument/2006/relationships/tags" Target="../tags/tag177.xml" /><Relationship Id="rId21" Type="http://schemas.openxmlformats.org/officeDocument/2006/relationships/tags" Target="../tags/tag178.xml" /><Relationship Id="rId22" Type="http://schemas.openxmlformats.org/officeDocument/2006/relationships/tags" Target="../tags/tag179.xml" /><Relationship Id="rId23" Type="http://schemas.openxmlformats.org/officeDocument/2006/relationships/tags" Target="../tags/tag180.xml" /><Relationship Id="rId24" Type="http://schemas.openxmlformats.org/officeDocument/2006/relationships/tags" Target="../tags/tag181.xml" /><Relationship Id="rId25" Type="http://schemas.openxmlformats.org/officeDocument/2006/relationships/tags" Target="../tags/tag182.xml" /><Relationship Id="rId26" Type="http://schemas.openxmlformats.org/officeDocument/2006/relationships/tags" Target="../tags/tag183.xml" /><Relationship Id="rId27" Type="http://schemas.openxmlformats.org/officeDocument/2006/relationships/tags" Target="../tags/tag184.xml" /><Relationship Id="rId28" Type="http://schemas.openxmlformats.org/officeDocument/2006/relationships/tags" Target="../tags/tag185.xml" /><Relationship Id="rId29" Type="http://schemas.openxmlformats.org/officeDocument/2006/relationships/tags" Target="../tags/tag186.xml" /><Relationship Id="rId3" Type="http://schemas.openxmlformats.org/officeDocument/2006/relationships/tags" Target="../tags/tag160.xml" /><Relationship Id="rId30" Type="http://schemas.openxmlformats.org/officeDocument/2006/relationships/tags" Target="../tags/tag187.xml" /><Relationship Id="rId31" Type="http://schemas.openxmlformats.org/officeDocument/2006/relationships/tags" Target="../tags/tag188.xml" /><Relationship Id="rId32" Type="http://schemas.openxmlformats.org/officeDocument/2006/relationships/tags" Target="../tags/tag189.xml" /><Relationship Id="rId33" Type="http://schemas.openxmlformats.org/officeDocument/2006/relationships/tags" Target="../tags/tag190.xml" /><Relationship Id="rId34" Type="http://schemas.openxmlformats.org/officeDocument/2006/relationships/tags" Target="../tags/tag191.xml" /><Relationship Id="rId35" Type="http://schemas.openxmlformats.org/officeDocument/2006/relationships/tags" Target="../tags/tag192.xml" /><Relationship Id="rId36" Type="http://schemas.openxmlformats.org/officeDocument/2006/relationships/tags" Target="../tags/tag193.xml" /><Relationship Id="rId37" Type="http://schemas.openxmlformats.org/officeDocument/2006/relationships/tags" Target="../tags/tag194.xml" /><Relationship Id="rId38" Type="http://schemas.openxmlformats.org/officeDocument/2006/relationships/tags" Target="../tags/tag195.xml" /><Relationship Id="rId39" Type="http://schemas.openxmlformats.org/officeDocument/2006/relationships/tags" Target="../tags/tag196.xml" /><Relationship Id="rId4" Type="http://schemas.openxmlformats.org/officeDocument/2006/relationships/tags" Target="../tags/tag161.xml" /><Relationship Id="rId40" Type="http://schemas.openxmlformats.org/officeDocument/2006/relationships/tags" Target="../tags/tag197.xml" /><Relationship Id="rId41" Type="http://schemas.openxmlformats.org/officeDocument/2006/relationships/tags" Target="../tags/tag198.xml" /><Relationship Id="rId42" Type="http://schemas.openxmlformats.org/officeDocument/2006/relationships/tags" Target="../tags/tag199.xml" /><Relationship Id="rId43" Type="http://schemas.openxmlformats.org/officeDocument/2006/relationships/tags" Target="../tags/tag200.xml" /><Relationship Id="rId44" Type="http://schemas.openxmlformats.org/officeDocument/2006/relationships/tags" Target="../tags/tag201.xml" /><Relationship Id="rId45" Type="http://schemas.openxmlformats.org/officeDocument/2006/relationships/customXml" Target="../../customXml/item12.xml" /><Relationship Id="rId46" Type="http://schemas.openxmlformats.org/officeDocument/2006/relationships/tags" Target="../tags/tag202.xml" /><Relationship Id="rId5" Type="http://schemas.openxmlformats.org/officeDocument/2006/relationships/tags" Target="../tags/tag162.xml" /><Relationship Id="rId6" Type="http://schemas.openxmlformats.org/officeDocument/2006/relationships/tags" Target="../tags/tag163.xml" /><Relationship Id="rId7" Type="http://schemas.openxmlformats.org/officeDocument/2006/relationships/tags" Target="../tags/tag164.xml" /><Relationship Id="rId8" Type="http://schemas.openxmlformats.org/officeDocument/2006/relationships/tags" Target="../tags/tag165.xml" /><Relationship Id="rId9" Type="http://schemas.openxmlformats.org/officeDocument/2006/relationships/tags" Target="../tags/tag166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2.xml" /><Relationship Id="rId3" Type="http://schemas.openxmlformats.org/officeDocument/2006/relationships/tags" Target="../tags/tag203.xml" /><Relationship Id="rId4" Type="http://schemas.openxmlformats.org/officeDocument/2006/relationships/tags" Target="../tags/tag204.xml" /><Relationship Id="rId5" Type="http://schemas.openxmlformats.org/officeDocument/2006/relationships/tags" Target="../tags/tag205.xml" /><Relationship Id="rId6" Type="http://schemas.openxmlformats.org/officeDocument/2006/relationships/customXml" Target="../../customXml/item13.xml" /><Relationship Id="rId7" Type="http://schemas.openxmlformats.org/officeDocument/2006/relationships/tags" Target="../tags/tag206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14.xml" /><Relationship Id="rId11" Type="http://schemas.openxmlformats.org/officeDocument/2006/relationships/tags" Target="../tags/tag215.xml" /><Relationship Id="rId12" Type="http://schemas.openxmlformats.org/officeDocument/2006/relationships/tags" Target="../tags/tag216.xml" /><Relationship Id="rId13" Type="http://schemas.openxmlformats.org/officeDocument/2006/relationships/tags" Target="../tags/tag217.xml" /><Relationship Id="rId14" Type="http://schemas.openxmlformats.org/officeDocument/2006/relationships/tags" Target="../tags/tag218.xml" /><Relationship Id="rId15" Type="http://schemas.openxmlformats.org/officeDocument/2006/relationships/tags" Target="../tags/tag219.xml" /><Relationship Id="rId16" Type="http://schemas.openxmlformats.org/officeDocument/2006/relationships/tags" Target="../tags/tag220.xml" /><Relationship Id="rId17" Type="http://schemas.openxmlformats.org/officeDocument/2006/relationships/tags" Target="../tags/tag221.xml" /><Relationship Id="rId18" Type="http://schemas.openxmlformats.org/officeDocument/2006/relationships/tags" Target="../tags/tag222.xml" /><Relationship Id="rId19" Type="http://schemas.openxmlformats.org/officeDocument/2006/relationships/tags" Target="../tags/tag223.xml" /><Relationship Id="rId2" Type="http://schemas.openxmlformats.org/officeDocument/2006/relationships/notesSlide" Target="../notesSlides/notesSlide13.xml" /><Relationship Id="rId20" Type="http://schemas.openxmlformats.org/officeDocument/2006/relationships/tags" Target="../tags/tag224.xml" /><Relationship Id="rId21" Type="http://schemas.openxmlformats.org/officeDocument/2006/relationships/tags" Target="../tags/tag225.xml" /><Relationship Id="rId22" Type="http://schemas.openxmlformats.org/officeDocument/2006/relationships/tags" Target="../tags/tag226.xml" /><Relationship Id="rId23" Type="http://schemas.openxmlformats.org/officeDocument/2006/relationships/tags" Target="../tags/tag227.xml" /><Relationship Id="rId24" Type="http://schemas.openxmlformats.org/officeDocument/2006/relationships/tags" Target="../tags/tag228.xml" /><Relationship Id="rId25" Type="http://schemas.openxmlformats.org/officeDocument/2006/relationships/tags" Target="../tags/tag229.xml" /><Relationship Id="rId26" Type="http://schemas.openxmlformats.org/officeDocument/2006/relationships/tags" Target="../tags/tag230.xml" /><Relationship Id="rId27" Type="http://schemas.openxmlformats.org/officeDocument/2006/relationships/tags" Target="../tags/tag231.xml" /><Relationship Id="rId28" Type="http://schemas.openxmlformats.org/officeDocument/2006/relationships/tags" Target="../tags/tag232.xml" /><Relationship Id="rId29" Type="http://schemas.openxmlformats.org/officeDocument/2006/relationships/tags" Target="../tags/tag233.xml" /><Relationship Id="rId3" Type="http://schemas.openxmlformats.org/officeDocument/2006/relationships/tags" Target="../tags/tag207.xml" /><Relationship Id="rId30" Type="http://schemas.openxmlformats.org/officeDocument/2006/relationships/tags" Target="../tags/tag234.xml" /><Relationship Id="rId31" Type="http://schemas.openxmlformats.org/officeDocument/2006/relationships/tags" Target="../tags/tag235.xml" /><Relationship Id="rId32" Type="http://schemas.openxmlformats.org/officeDocument/2006/relationships/tags" Target="../tags/tag236.xml" /><Relationship Id="rId33" Type="http://schemas.openxmlformats.org/officeDocument/2006/relationships/tags" Target="../tags/tag237.xml" /><Relationship Id="rId34" Type="http://schemas.openxmlformats.org/officeDocument/2006/relationships/tags" Target="../tags/tag238.xml" /><Relationship Id="rId35" Type="http://schemas.openxmlformats.org/officeDocument/2006/relationships/tags" Target="../tags/tag239.xml" /><Relationship Id="rId36" Type="http://schemas.openxmlformats.org/officeDocument/2006/relationships/tags" Target="../tags/tag240.xml" /><Relationship Id="rId37" Type="http://schemas.openxmlformats.org/officeDocument/2006/relationships/tags" Target="../tags/tag241.xml" /><Relationship Id="rId38" Type="http://schemas.openxmlformats.org/officeDocument/2006/relationships/tags" Target="../tags/tag242.xml" /><Relationship Id="rId39" Type="http://schemas.openxmlformats.org/officeDocument/2006/relationships/tags" Target="../tags/tag243.xml" /><Relationship Id="rId4" Type="http://schemas.openxmlformats.org/officeDocument/2006/relationships/tags" Target="../tags/tag208.xml" /><Relationship Id="rId40" Type="http://schemas.openxmlformats.org/officeDocument/2006/relationships/tags" Target="../tags/tag244.xml" /><Relationship Id="rId41" Type="http://schemas.openxmlformats.org/officeDocument/2006/relationships/tags" Target="../tags/tag245.xml" /><Relationship Id="rId42" Type="http://schemas.openxmlformats.org/officeDocument/2006/relationships/tags" Target="../tags/tag246.xml" /><Relationship Id="rId43" Type="http://schemas.openxmlformats.org/officeDocument/2006/relationships/tags" Target="../tags/tag247.xml" /><Relationship Id="rId44" Type="http://schemas.openxmlformats.org/officeDocument/2006/relationships/tags" Target="../tags/tag248.xml" /><Relationship Id="rId45" Type="http://schemas.openxmlformats.org/officeDocument/2006/relationships/tags" Target="../tags/tag249.xml" /><Relationship Id="rId46" Type="http://schemas.openxmlformats.org/officeDocument/2006/relationships/tags" Target="../tags/tag250.xml" /><Relationship Id="rId47" Type="http://schemas.openxmlformats.org/officeDocument/2006/relationships/tags" Target="../tags/tag251.xml" /><Relationship Id="rId48" Type="http://schemas.openxmlformats.org/officeDocument/2006/relationships/tags" Target="../tags/tag252.xml" /><Relationship Id="rId49" Type="http://schemas.openxmlformats.org/officeDocument/2006/relationships/tags" Target="../tags/tag253.xml" /><Relationship Id="rId5" Type="http://schemas.openxmlformats.org/officeDocument/2006/relationships/tags" Target="../tags/tag209.xml" /><Relationship Id="rId50" Type="http://schemas.openxmlformats.org/officeDocument/2006/relationships/tags" Target="../tags/tag254.xml" /><Relationship Id="rId51" Type="http://schemas.openxmlformats.org/officeDocument/2006/relationships/image" Target="../media/image8.png" /><Relationship Id="rId52" Type="http://schemas.openxmlformats.org/officeDocument/2006/relationships/image" Target="../media/image9.svg" /><Relationship Id="rId53" Type="http://schemas.openxmlformats.org/officeDocument/2006/relationships/tags" Target="../tags/tag255.xml" /><Relationship Id="rId54" Type="http://schemas.openxmlformats.org/officeDocument/2006/relationships/image" Target="../media/image10.png" /><Relationship Id="rId55" Type="http://schemas.openxmlformats.org/officeDocument/2006/relationships/image" Target="../media/image11.svg" /><Relationship Id="rId56" Type="http://schemas.openxmlformats.org/officeDocument/2006/relationships/tags" Target="../tags/tag256.xml" /><Relationship Id="rId57" Type="http://schemas.openxmlformats.org/officeDocument/2006/relationships/tags" Target="../tags/tag257.xml" /><Relationship Id="rId58" Type="http://schemas.openxmlformats.org/officeDocument/2006/relationships/tags" Target="../tags/tag258.xml" /><Relationship Id="rId59" Type="http://schemas.openxmlformats.org/officeDocument/2006/relationships/tags" Target="../tags/tag259.xml" /><Relationship Id="rId6" Type="http://schemas.openxmlformats.org/officeDocument/2006/relationships/tags" Target="../tags/tag210.xml" /><Relationship Id="rId60" Type="http://schemas.openxmlformats.org/officeDocument/2006/relationships/tags" Target="../tags/tag260.xml" /><Relationship Id="rId61" Type="http://schemas.openxmlformats.org/officeDocument/2006/relationships/customXml" Target="../../customXml/item14.xml" /><Relationship Id="rId62" Type="http://schemas.openxmlformats.org/officeDocument/2006/relationships/tags" Target="../tags/tag261.xml" /><Relationship Id="rId7" Type="http://schemas.openxmlformats.org/officeDocument/2006/relationships/tags" Target="../tags/tag211.xml" /><Relationship Id="rId8" Type="http://schemas.openxmlformats.org/officeDocument/2006/relationships/tags" Target="../tags/tag212.xml" /><Relationship Id="rId9" Type="http://schemas.openxmlformats.org/officeDocument/2006/relationships/tags" Target="../tags/tag2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67.xml" /><Relationship Id="rId11" Type="http://schemas.openxmlformats.org/officeDocument/2006/relationships/tags" Target="../tags/tag268.xml" /><Relationship Id="rId12" Type="http://schemas.openxmlformats.org/officeDocument/2006/relationships/tags" Target="../tags/tag269.xml" /><Relationship Id="rId13" Type="http://schemas.openxmlformats.org/officeDocument/2006/relationships/customXml" Target="../../customXml/item15.xml" /><Relationship Id="rId14" Type="http://schemas.openxmlformats.org/officeDocument/2006/relationships/tags" Target="../tags/tag270.xml" /><Relationship Id="rId2" Type="http://schemas.openxmlformats.org/officeDocument/2006/relationships/notesSlide" Target="../notesSlides/notesSlide14.xml" /><Relationship Id="rId3" Type="http://schemas.openxmlformats.org/officeDocument/2006/relationships/tags" Target="../tags/tag262.xml" /><Relationship Id="rId4" Type="http://schemas.openxmlformats.org/officeDocument/2006/relationships/tags" Target="../tags/tag263.xml" /><Relationship Id="rId5" Type="http://schemas.openxmlformats.org/officeDocument/2006/relationships/tags" Target="../tags/tag264.xml" /><Relationship Id="rId6" Type="http://schemas.openxmlformats.org/officeDocument/2006/relationships/tags" Target="../tags/tag265.xml" /><Relationship Id="rId7" Type="http://schemas.openxmlformats.org/officeDocument/2006/relationships/image" Target="../media/image12.jpeg" /><Relationship Id="rId8" Type="http://schemas.openxmlformats.org/officeDocument/2006/relationships/tags" Target="../tags/tag266.xml" /><Relationship Id="rId9" Type="http://schemas.openxmlformats.org/officeDocument/2006/relationships/image" Target="../media/image13.jpe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278.xml" /><Relationship Id="rId11" Type="http://schemas.openxmlformats.org/officeDocument/2006/relationships/tags" Target="../tags/tag279.xml" /><Relationship Id="rId12" Type="http://schemas.openxmlformats.org/officeDocument/2006/relationships/tags" Target="../tags/tag280.xml" /><Relationship Id="rId13" Type="http://schemas.openxmlformats.org/officeDocument/2006/relationships/tags" Target="../tags/tag281.xml" /><Relationship Id="rId14" Type="http://schemas.openxmlformats.org/officeDocument/2006/relationships/tags" Target="../tags/tag282.xml" /><Relationship Id="rId15" Type="http://schemas.openxmlformats.org/officeDocument/2006/relationships/tags" Target="../tags/tag283.xml" /><Relationship Id="rId16" Type="http://schemas.openxmlformats.org/officeDocument/2006/relationships/tags" Target="../tags/tag284.xml" /><Relationship Id="rId17" Type="http://schemas.openxmlformats.org/officeDocument/2006/relationships/tags" Target="../tags/tag285.xml" /><Relationship Id="rId18" Type="http://schemas.openxmlformats.org/officeDocument/2006/relationships/tags" Target="../tags/tag286.xml" /><Relationship Id="rId19" Type="http://schemas.openxmlformats.org/officeDocument/2006/relationships/tags" Target="../tags/tag287.xml" /><Relationship Id="rId2" Type="http://schemas.openxmlformats.org/officeDocument/2006/relationships/notesSlide" Target="../notesSlides/notesSlide15.xml" /><Relationship Id="rId20" Type="http://schemas.openxmlformats.org/officeDocument/2006/relationships/tags" Target="../tags/tag288.xml" /><Relationship Id="rId21" Type="http://schemas.openxmlformats.org/officeDocument/2006/relationships/tags" Target="../tags/tag289.xml" /><Relationship Id="rId22" Type="http://schemas.openxmlformats.org/officeDocument/2006/relationships/tags" Target="../tags/tag290.xml" /><Relationship Id="rId23" Type="http://schemas.openxmlformats.org/officeDocument/2006/relationships/tags" Target="../tags/tag291.xml" /><Relationship Id="rId24" Type="http://schemas.openxmlformats.org/officeDocument/2006/relationships/tags" Target="../tags/tag292.xml" /><Relationship Id="rId25" Type="http://schemas.openxmlformats.org/officeDocument/2006/relationships/tags" Target="../tags/tag293.xml" /><Relationship Id="rId26" Type="http://schemas.openxmlformats.org/officeDocument/2006/relationships/tags" Target="../tags/tag294.xml" /><Relationship Id="rId27" Type="http://schemas.openxmlformats.org/officeDocument/2006/relationships/tags" Target="../tags/tag295.xml" /><Relationship Id="rId28" Type="http://schemas.openxmlformats.org/officeDocument/2006/relationships/tags" Target="../tags/tag296.xml" /><Relationship Id="rId29" Type="http://schemas.openxmlformats.org/officeDocument/2006/relationships/tags" Target="../tags/tag297.xml" /><Relationship Id="rId3" Type="http://schemas.openxmlformats.org/officeDocument/2006/relationships/tags" Target="../tags/tag271.xml" /><Relationship Id="rId30" Type="http://schemas.openxmlformats.org/officeDocument/2006/relationships/tags" Target="../tags/tag298.xml" /><Relationship Id="rId31" Type="http://schemas.openxmlformats.org/officeDocument/2006/relationships/tags" Target="../tags/tag299.xml" /><Relationship Id="rId32" Type="http://schemas.openxmlformats.org/officeDocument/2006/relationships/tags" Target="../tags/tag300.xml" /><Relationship Id="rId33" Type="http://schemas.openxmlformats.org/officeDocument/2006/relationships/tags" Target="../tags/tag301.xml" /><Relationship Id="rId34" Type="http://schemas.openxmlformats.org/officeDocument/2006/relationships/tags" Target="../tags/tag302.xml" /><Relationship Id="rId35" Type="http://schemas.openxmlformats.org/officeDocument/2006/relationships/tags" Target="../tags/tag303.xml" /><Relationship Id="rId36" Type="http://schemas.openxmlformats.org/officeDocument/2006/relationships/tags" Target="../tags/tag304.xml" /><Relationship Id="rId37" Type="http://schemas.openxmlformats.org/officeDocument/2006/relationships/tags" Target="../tags/tag305.xml" /><Relationship Id="rId38" Type="http://schemas.openxmlformats.org/officeDocument/2006/relationships/tags" Target="../tags/tag306.xml" /><Relationship Id="rId39" Type="http://schemas.openxmlformats.org/officeDocument/2006/relationships/tags" Target="../tags/tag307.xml" /><Relationship Id="rId4" Type="http://schemas.openxmlformats.org/officeDocument/2006/relationships/tags" Target="../tags/tag272.xml" /><Relationship Id="rId40" Type="http://schemas.openxmlformats.org/officeDocument/2006/relationships/tags" Target="../tags/tag308.xml" /><Relationship Id="rId41" Type="http://schemas.openxmlformats.org/officeDocument/2006/relationships/tags" Target="../tags/tag309.xml" /><Relationship Id="rId42" Type="http://schemas.openxmlformats.org/officeDocument/2006/relationships/tags" Target="../tags/tag310.xml" /><Relationship Id="rId43" Type="http://schemas.openxmlformats.org/officeDocument/2006/relationships/tags" Target="../tags/tag311.xml" /><Relationship Id="rId44" Type="http://schemas.openxmlformats.org/officeDocument/2006/relationships/customXml" Target="../../customXml/item16.xml" /><Relationship Id="rId45" Type="http://schemas.openxmlformats.org/officeDocument/2006/relationships/tags" Target="../tags/tag312.xml" /><Relationship Id="rId5" Type="http://schemas.openxmlformats.org/officeDocument/2006/relationships/tags" Target="../tags/tag273.xml" /><Relationship Id="rId6" Type="http://schemas.openxmlformats.org/officeDocument/2006/relationships/tags" Target="../tags/tag274.xml" /><Relationship Id="rId7" Type="http://schemas.openxmlformats.org/officeDocument/2006/relationships/tags" Target="../tags/tag275.xml" /><Relationship Id="rId8" Type="http://schemas.openxmlformats.org/officeDocument/2006/relationships/tags" Target="../tags/tag276.xml" /><Relationship Id="rId9" Type="http://schemas.openxmlformats.org/officeDocument/2006/relationships/tags" Target="../tags/tag277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6.xml" /><Relationship Id="rId3" Type="http://schemas.openxmlformats.org/officeDocument/2006/relationships/tags" Target="../tags/tag313.xml" /><Relationship Id="rId4" Type="http://schemas.openxmlformats.org/officeDocument/2006/relationships/tags" Target="../tags/tag314.xml" /><Relationship Id="rId5" Type="http://schemas.openxmlformats.org/officeDocument/2006/relationships/tags" Target="../tags/tag315.xml" /><Relationship Id="rId6" Type="http://schemas.openxmlformats.org/officeDocument/2006/relationships/customXml" Target="../../customXml/item17.xml" /><Relationship Id="rId7" Type="http://schemas.openxmlformats.org/officeDocument/2006/relationships/tags" Target="../tags/tag3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24.xml" /><Relationship Id="rId11" Type="http://schemas.openxmlformats.org/officeDocument/2006/relationships/tags" Target="../tags/tag325.xml" /><Relationship Id="rId12" Type="http://schemas.openxmlformats.org/officeDocument/2006/relationships/tags" Target="../tags/tag326.xml" /><Relationship Id="rId13" Type="http://schemas.openxmlformats.org/officeDocument/2006/relationships/tags" Target="../tags/tag327.xml" /><Relationship Id="rId14" Type="http://schemas.openxmlformats.org/officeDocument/2006/relationships/tags" Target="../tags/tag328.xml" /><Relationship Id="rId15" Type="http://schemas.openxmlformats.org/officeDocument/2006/relationships/tags" Target="../tags/tag329.xml" /><Relationship Id="rId16" Type="http://schemas.openxmlformats.org/officeDocument/2006/relationships/tags" Target="../tags/tag330.xml" /><Relationship Id="rId17" Type="http://schemas.openxmlformats.org/officeDocument/2006/relationships/tags" Target="../tags/tag331.xml" /><Relationship Id="rId18" Type="http://schemas.openxmlformats.org/officeDocument/2006/relationships/tags" Target="../tags/tag332.xml" /><Relationship Id="rId19" Type="http://schemas.openxmlformats.org/officeDocument/2006/relationships/customXml" Target="../../customXml/item18.xml" /><Relationship Id="rId2" Type="http://schemas.openxmlformats.org/officeDocument/2006/relationships/notesSlide" Target="../notesSlides/notesSlide17.xml" /><Relationship Id="rId20" Type="http://schemas.openxmlformats.org/officeDocument/2006/relationships/tags" Target="../tags/tag333.xml" /><Relationship Id="rId3" Type="http://schemas.openxmlformats.org/officeDocument/2006/relationships/tags" Target="../tags/tag317.xml" /><Relationship Id="rId4" Type="http://schemas.openxmlformats.org/officeDocument/2006/relationships/tags" Target="../tags/tag318.xml" /><Relationship Id="rId5" Type="http://schemas.openxmlformats.org/officeDocument/2006/relationships/tags" Target="../tags/tag319.xml" /><Relationship Id="rId6" Type="http://schemas.openxmlformats.org/officeDocument/2006/relationships/tags" Target="../tags/tag320.xml" /><Relationship Id="rId7" Type="http://schemas.openxmlformats.org/officeDocument/2006/relationships/tags" Target="../tags/tag321.xml" /><Relationship Id="rId8" Type="http://schemas.openxmlformats.org/officeDocument/2006/relationships/tags" Target="../tags/tag322.xml" /><Relationship Id="rId9" Type="http://schemas.openxmlformats.org/officeDocument/2006/relationships/tags" Target="../tags/tag323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41.xml" /><Relationship Id="rId11" Type="http://schemas.openxmlformats.org/officeDocument/2006/relationships/tags" Target="../tags/tag342.xml" /><Relationship Id="rId12" Type="http://schemas.openxmlformats.org/officeDocument/2006/relationships/tags" Target="../tags/tag343.xml" /><Relationship Id="rId13" Type="http://schemas.openxmlformats.org/officeDocument/2006/relationships/tags" Target="../tags/tag344.xml" /><Relationship Id="rId14" Type="http://schemas.openxmlformats.org/officeDocument/2006/relationships/tags" Target="../tags/tag345.xml" /><Relationship Id="rId15" Type="http://schemas.openxmlformats.org/officeDocument/2006/relationships/tags" Target="../tags/tag346.xml" /><Relationship Id="rId16" Type="http://schemas.openxmlformats.org/officeDocument/2006/relationships/tags" Target="../tags/tag347.xml" /><Relationship Id="rId17" Type="http://schemas.openxmlformats.org/officeDocument/2006/relationships/tags" Target="../tags/tag348.xml" /><Relationship Id="rId18" Type="http://schemas.openxmlformats.org/officeDocument/2006/relationships/tags" Target="../tags/tag349.xml" /><Relationship Id="rId19" Type="http://schemas.openxmlformats.org/officeDocument/2006/relationships/tags" Target="../tags/tag350.xml" /><Relationship Id="rId2" Type="http://schemas.openxmlformats.org/officeDocument/2006/relationships/notesSlide" Target="../notesSlides/notesSlide18.xml" /><Relationship Id="rId20" Type="http://schemas.openxmlformats.org/officeDocument/2006/relationships/tags" Target="../tags/tag351.xml" /><Relationship Id="rId21" Type="http://schemas.openxmlformats.org/officeDocument/2006/relationships/tags" Target="../tags/tag352.xml" /><Relationship Id="rId22" Type="http://schemas.openxmlformats.org/officeDocument/2006/relationships/tags" Target="../tags/tag353.xml" /><Relationship Id="rId23" Type="http://schemas.openxmlformats.org/officeDocument/2006/relationships/tags" Target="../tags/tag354.xml" /><Relationship Id="rId24" Type="http://schemas.openxmlformats.org/officeDocument/2006/relationships/tags" Target="../tags/tag355.xml" /><Relationship Id="rId25" Type="http://schemas.openxmlformats.org/officeDocument/2006/relationships/tags" Target="../tags/tag356.xml" /><Relationship Id="rId26" Type="http://schemas.openxmlformats.org/officeDocument/2006/relationships/customXml" Target="../../customXml/item19.xml" /><Relationship Id="rId27" Type="http://schemas.openxmlformats.org/officeDocument/2006/relationships/tags" Target="../tags/tag357.xml" /><Relationship Id="rId3" Type="http://schemas.openxmlformats.org/officeDocument/2006/relationships/tags" Target="../tags/tag334.xml" /><Relationship Id="rId4" Type="http://schemas.openxmlformats.org/officeDocument/2006/relationships/tags" Target="../tags/tag335.xml" /><Relationship Id="rId5" Type="http://schemas.openxmlformats.org/officeDocument/2006/relationships/tags" Target="../tags/tag336.xml" /><Relationship Id="rId6" Type="http://schemas.openxmlformats.org/officeDocument/2006/relationships/tags" Target="../tags/tag337.xml" /><Relationship Id="rId7" Type="http://schemas.openxmlformats.org/officeDocument/2006/relationships/tags" Target="../tags/tag338.xml" /><Relationship Id="rId8" Type="http://schemas.openxmlformats.org/officeDocument/2006/relationships/tags" Target="../tags/tag339.xml" /><Relationship Id="rId9" Type="http://schemas.openxmlformats.org/officeDocument/2006/relationships/tags" Target="../tags/tag340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10" Type="http://schemas.openxmlformats.org/officeDocument/2006/relationships/tags" Target="../tags/tag36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.png" /><Relationship Id="rId4" Type="http://schemas.openxmlformats.org/officeDocument/2006/relationships/tags" Target="../tags/tag358.xml" /><Relationship Id="rId5" Type="http://schemas.openxmlformats.org/officeDocument/2006/relationships/tags" Target="../tags/tag359.xml" /><Relationship Id="rId6" Type="http://schemas.openxmlformats.org/officeDocument/2006/relationships/tags" Target="../tags/tag360.xml" /><Relationship Id="rId7" Type="http://schemas.openxmlformats.org/officeDocument/2006/relationships/tags" Target="../tags/tag361.xml" /><Relationship Id="rId8" Type="http://schemas.openxmlformats.org/officeDocument/2006/relationships/tags" Target="../tags/tag362.xml" /><Relationship Id="rId9" Type="http://schemas.openxmlformats.org/officeDocument/2006/relationships/customXml" Target="../../customXml/item20.xml" /></Relationships>
</file>

<file path=ppt/slides/slide1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2F40B2E-7097-7E8F-87D0-C41DB2F6FC60}"/>
              </a:ext>
            </a:extLst>
          </p:cNvPr>
          <p:cNvSpPr/>
          <p:nvPr/>
        </p:nvSpPr>
        <p:spPr>
          <a:xfrm>
            <a:off x="7752374" y="1"/>
            <a:ext cx="4439601" cy="6866961"/>
          </a:xfrm>
          <a:custGeom>
            <a:gdLst>
              <a:gd name="connsiteX0" fmla="*/ 2136289 w 4439601"/>
              <a:gd name="connsiteY0" fmla="*/ 0 h 6866961"/>
              <a:gd name="connsiteX1" fmla="*/ 4439601 w 4439601"/>
              <a:gd name="connsiteY1" fmla="*/ 0 h 6866961"/>
              <a:gd name="connsiteX2" fmla="*/ 4439601 w 4439601"/>
              <a:gd name="connsiteY2" fmla="*/ 549904 h 6866961"/>
              <a:gd name="connsiteX3" fmla="*/ 4393507 w 4439601"/>
              <a:gd name="connsiteY3" fmla="*/ 546399 h 6866961"/>
              <a:gd name="connsiteX4" fmla="*/ 4231004 w 4439601"/>
              <a:gd name="connsiteY4" fmla="*/ 542290 h 6866961"/>
              <a:gd name="connsiteX5" fmla="*/ 1073149 w 4439601"/>
              <a:gd name="connsiteY5" fmla="*/ 3700145 h 6866961"/>
              <a:gd name="connsiteX6" fmla="*/ 4231004 w 4439601"/>
              <a:gd name="connsiteY6" fmla="*/ 6858000 h 6866961"/>
              <a:gd name="connsiteX7" fmla="*/ 4393507 w 4439601"/>
              <a:gd name="connsiteY7" fmla="*/ 6853891 h 6866961"/>
              <a:gd name="connsiteX8" fmla="*/ 4439601 w 4439601"/>
              <a:gd name="connsiteY8" fmla="*/ 6850386 h 6866961"/>
              <a:gd name="connsiteX9" fmla="*/ 4439601 w 4439601"/>
              <a:gd name="connsiteY9" fmla="*/ 6866961 h 6866961"/>
              <a:gd name="connsiteX10" fmla="*/ 1461368 w 4439601"/>
              <a:gd name="connsiteY10" fmla="*/ 6866961 h 6866961"/>
              <a:gd name="connsiteX11" fmla="*/ 1239326 w 4439601"/>
              <a:gd name="connsiteY11" fmla="*/ 6665155 h 6866961"/>
              <a:gd name="connsiteX12" fmla="*/ 0 w 4439601"/>
              <a:gd name="connsiteY12" fmla="*/ 3673158 h 6866961"/>
              <a:gd name="connsiteX13" fmla="*/ 1865549 w 4439601"/>
              <a:gd name="connsiteY13" fmla="*/ 164479 h 686696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39601" h="6866961">
                <a:moveTo>
                  <a:pt x="2136289" y="0"/>
                </a:moveTo>
                <a:lnTo>
                  <a:pt x="4439601" y="0"/>
                </a:lnTo>
                <a:lnTo>
                  <a:pt x="4439601" y="549904"/>
                </a:lnTo>
                <a:lnTo>
                  <a:pt x="4393507" y="546399"/>
                </a:lnTo>
                <a:cubicBezTo>
                  <a:pt x="4339684" y="543671"/>
                  <a:pt x="4285505" y="542290"/>
                  <a:pt x="4231004" y="542290"/>
                </a:cubicBezTo>
                <a:cubicBezTo>
                  <a:pt x="2486969" y="542290"/>
                  <a:pt x="1073149" y="1956110"/>
                  <a:pt x="1073149" y="3700145"/>
                </a:cubicBezTo>
                <a:cubicBezTo>
                  <a:pt x="1073149" y="5444181"/>
                  <a:pt x="2486969" y="6858000"/>
                  <a:pt x="4231004" y="6858000"/>
                </a:cubicBezTo>
                <a:cubicBezTo>
                  <a:pt x="4285505" y="6858000"/>
                  <a:pt x="4339684" y="6856621"/>
                  <a:pt x="4393507" y="6853891"/>
                </a:cubicBezTo>
                <a:lnTo>
                  <a:pt x="4439601" y="6850386"/>
                </a:lnTo>
                <a:lnTo>
                  <a:pt x="4439601" y="6866961"/>
                </a:lnTo>
                <a:lnTo>
                  <a:pt x="1461368" y="6866961"/>
                </a:lnTo>
                <a:lnTo>
                  <a:pt x="1239326" y="6665155"/>
                </a:lnTo>
                <a:cubicBezTo>
                  <a:pt x="473607" y="5899437"/>
                  <a:pt x="0" y="4841606"/>
                  <a:pt x="0" y="3673158"/>
                </a:cubicBezTo>
                <a:cubicBezTo>
                  <a:pt x="0" y="2212599"/>
                  <a:pt x="740010" y="924878"/>
                  <a:pt x="1865549" y="16447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BC53670-73BD-CC66-ADFE-9FF051B841F6}"/>
              </a:ext>
            </a:extLst>
          </p:cNvPr>
          <p:cNvSpPr/>
          <p:nvPr/>
        </p:nvSpPr>
        <p:spPr>
          <a:xfrm>
            <a:off x="10406978" y="202934"/>
            <a:ext cx="1785022" cy="6452131"/>
          </a:xfrm>
          <a:custGeom>
            <a:gdLst>
              <a:gd name="connsiteX0" fmla="*/ 1938683 w 1938683"/>
              <a:gd name="connsiteY0" fmla="*/ 0 h 7007553"/>
              <a:gd name="connsiteX1" fmla="*/ 1938683 w 1938683"/>
              <a:gd name="connsiteY1" fmla="*/ 1363315 h 7007553"/>
              <a:gd name="connsiteX2" fmla="*/ 1756987 w 1938683"/>
              <a:gd name="connsiteY2" fmla="*/ 1563232 h 7007553"/>
              <a:gd name="connsiteX3" fmla="*/ 1050862 w 1938683"/>
              <a:gd name="connsiteY3" fmla="*/ 3530203 h 7007553"/>
              <a:gd name="connsiteX4" fmla="*/ 1756987 w 1938683"/>
              <a:gd name="connsiteY4" fmla="*/ 5497174 h 7007553"/>
              <a:gd name="connsiteX5" fmla="*/ 1938683 w 1938683"/>
              <a:gd name="connsiteY5" fmla="*/ 5697090 h 7007553"/>
              <a:gd name="connsiteX6" fmla="*/ 1938683 w 1938683"/>
              <a:gd name="connsiteY6" fmla="*/ 7007553 h 7007553"/>
              <a:gd name="connsiteX7" fmla="*/ 1826805 w 1938683"/>
              <a:gd name="connsiteY7" fmla="*/ 6939585 h 7007553"/>
              <a:gd name="connsiteX8" fmla="*/ 0 w 1938683"/>
              <a:gd name="connsiteY8" fmla="*/ 3503776 h 7007553"/>
              <a:gd name="connsiteX9" fmla="*/ 1826805 w 1938683"/>
              <a:gd name="connsiteY9" fmla="*/ 67968 h 700755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38683" h="7007553">
                <a:moveTo>
                  <a:pt x="1938683" y="0"/>
                </a:moveTo>
                <a:lnTo>
                  <a:pt x="1938683" y="1363315"/>
                </a:lnTo>
                <a:lnTo>
                  <a:pt x="1756987" y="1563232"/>
                </a:lnTo>
                <a:cubicBezTo>
                  <a:pt x="1315856" y="2097758"/>
                  <a:pt x="1050862" y="2783034"/>
                  <a:pt x="1050862" y="3530203"/>
                </a:cubicBezTo>
                <a:cubicBezTo>
                  <a:pt x="1050862" y="4277371"/>
                  <a:pt x="1315856" y="4962647"/>
                  <a:pt x="1756987" y="5497174"/>
                </a:cubicBezTo>
                <a:lnTo>
                  <a:pt x="1938683" y="5697090"/>
                </a:lnTo>
                <a:lnTo>
                  <a:pt x="1938683" y="7007553"/>
                </a:lnTo>
                <a:lnTo>
                  <a:pt x="1826805" y="6939585"/>
                </a:lnTo>
                <a:cubicBezTo>
                  <a:pt x="724642" y="6194978"/>
                  <a:pt x="0" y="4934002"/>
                  <a:pt x="0" y="3503776"/>
                </a:cubicBezTo>
                <a:cubicBezTo>
                  <a:pt x="0" y="2073551"/>
                  <a:pt x="724642" y="812574"/>
                  <a:pt x="1826805" y="67968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shape 5"/>
          <p:cNvPicPr>
            <a:picLocks noChangeAspect="1"/>
          </p:cNvPicPr>
          <p:nvPr/>
        </p:nvPicPr>
        <p:blipFill>
          <a:blip r:embed="rId3">
            <a:alphaModFix amt="17000"/>
            <a:lum contrast="18000"/>
          </a:blip>
          <a:srcRect l="14810" t="13784" r="15280" b="13238"/>
          <a:stretch>
            <a:fillRect/>
          </a:stretch>
        </p:blipFill>
        <p:spPr>
          <a:xfrm rot="17958138">
            <a:off x="6316345" y="2668905"/>
            <a:ext cx="2157095" cy="2252345"/>
          </a:xfrm>
          <a:prstGeom prst="rect">
            <a:avLst/>
          </a:prstGeom>
        </p:spPr>
      </p:pic>
      <p:pic>
        <p:nvPicPr>
          <p:cNvPr id="33" name="shape 32"/>
          <p:cNvPicPr>
            <a:picLocks noChangeAspect="1"/>
          </p:cNvPicPr>
          <p:nvPr/>
        </p:nvPicPr>
        <p:blipFill>
          <a:blip r:embed="rId3">
            <a:lum contrast="18000"/>
          </a:blip>
          <a:srcRect l="14810" t="13784" r="15280" b="13238"/>
          <a:stretch>
            <a:fillRect/>
          </a:stretch>
        </p:blipFill>
        <p:spPr>
          <a:xfrm rot="1620000">
            <a:off x="6991350" y="1377315"/>
            <a:ext cx="4398010" cy="4591685"/>
          </a:xfrm>
          <a:prstGeom prst="rect">
            <a:avLst/>
          </a:prstGeom>
        </p:spPr>
      </p:pic>
      <p:sp>
        <p:nvSpPr>
          <p:cNvPr id="14" name="Text1">
            <a:extLst>
              <a:ext uri="{FF2B5EF4-FFF2-40B4-BE49-F238E27FC236}">
                <a16:creationId xmlns:a16="http://schemas.microsoft.com/office/drawing/2014/main" id="{9753C172-8F93-CE8A-5800-26BD585B01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34244" y="1530299"/>
            <a:ext cx="6238995" cy="24879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PPT技能提升指南</a:t>
            </a:r>
          </a:p>
        </p:txBody>
      </p:sp>
      <p:sp>
        <p:nvSpPr>
          <p:cNvPr id="15" name="Text2">
            <a:extLst>
              <a:ext uri="{FF2B5EF4-FFF2-40B4-BE49-F238E27FC236}">
                <a16:creationId xmlns:a16="http://schemas.microsoft.com/office/drawing/2014/main" id="{A70E085F-9A5B-2B4C-1768-569EFED4A56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34210" y="4091890"/>
            <a:ext cx="6238995" cy="105573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PPT Skill Enhancement Guide</a:t>
            </a:r>
          </a:p>
        </p:txBody>
      </p:sp>
      <p:sp>
        <p:nvSpPr>
          <p:cNvPr id="16" name="Text3">
            <a:extLst>
              <a:ext uri="{FF2B5EF4-FFF2-40B4-BE49-F238E27FC236}">
                <a16:creationId xmlns:a16="http://schemas.microsoft.com/office/drawing/2014/main" id="{F932CB32-1C1B-9625-A84C-577E14FB761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80937" y="5343771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百度文心助手</a:t>
            </a:r>
          </a:p>
        </p:txBody>
      </p:sp>
      <p:sp>
        <p:nvSpPr>
          <p:cNvPr id="17" name="Text4">
            <a:extLst>
              <a:ext uri="{FF2B5EF4-FFF2-40B4-BE49-F238E27FC236}">
                <a16:creationId xmlns:a16="http://schemas.microsoft.com/office/drawing/2014/main" id="{5C3785CE-B901-D429-8E50-6CCE766A801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80937" y="5684188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2026.03.31</a:t>
            </a:r>
          </a:p>
        </p:txBody>
      </p:sp>
      <p:sp>
        <p:nvSpPr>
          <p:cNvPr id="18" name="图形 8">
            <a:extLst>
              <a:ext uri="{FF2B5EF4-FFF2-40B4-BE49-F238E27FC236}">
                <a16:creationId xmlns:a16="http://schemas.microsoft.com/office/drawing/2014/main" id="{92A05024-41BA-BB0E-86EC-EDCF601089BC}"/>
              </a:ext>
            </a:extLst>
          </p:cNvPr>
          <p:cNvSpPr/>
          <p:nvPr/>
        </p:nvSpPr>
        <p:spPr>
          <a:xfrm>
            <a:off x="511157" y="480350"/>
            <a:ext cx="1879378" cy="490663"/>
          </a:xfrm>
          <a:custGeom>
            <a:gdLst>
              <a:gd name="connsiteX0" fmla="*/ 284321 w 2520219"/>
              <a:gd name="connsiteY0" fmla="*/ 0 h 777716"/>
              <a:gd name="connsiteX1" fmla="*/ 2520220 w 2520219"/>
              <a:gd name="connsiteY1" fmla="*/ 0 h 777716"/>
              <a:gd name="connsiteX2" fmla="*/ 2520220 w 2520219"/>
              <a:gd name="connsiteY2" fmla="*/ 0 h 777716"/>
              <a:gd name="connsiteX3" fmla="*/ 2520220 w 2520219"/>
              <a:gd name="connsiteY3" fmla="*/ 493395 h 777716"/>
              <a:gd name="connsiteX4" fmla="*/ 2235899 w 2520219"/>
              <a:gd name="connsiteY4" fmla="*/ 777716 h 777716"/>
              <a:gd name="connsiteX5" fmla="*/ 0 w 2520219"/>
              <a:gd name="connsiteY5" fmla="*/ 777716 h 777716"/>
              <a:gd name="connsiteX6" fmla="*/ 0 w 2520219"/>
              <a:gd name="connsiteY6" fmla="*/ 777716 h 777716"/>
              <a:gd name="connsiteX7" fmla="*/ 0 w 2520219"/>
              <a:gd name="connsiteY7" fmla="*/ 284321 h 777716"/>
              <a:gd name="connsiteX8" fmla="*/ 284321 w 2520219"/>
              <a:gd name="connsiteY8" fmla="*/ 0 h 7777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0219" h="777716">
                <a:moveTo>
                  <a:pt x="284321" y="0"/>
                </a:moveTo>
                <a:lnTo>
                  <a:pt x="2520220" y="0"/>
                </a:lnTo>
                <a:lnTo>
                  <a:pt x="2520220" y="0"/>
                </a:lnTo>
                <a:lnTo>
                  <a:pt x="2520220" y="493395"/>
                </a:lnTo>
                <a:cubicBezTo>
                  <a:pt x="2520220" y="650421"/>
                  <a:pt x="2392928" y="777716"/>
                  <a:pt x="2235899" y="777716"/>
                </a:cubicBezTo>
                <a:lnTo>
                  <a:pt x="0" y="777716"/>
                </a:lnTo>
                <a:lnTo>
                  <a:pt x="0" y="777716"/>
                </a:lnTo>
                <a:lnTo>
                  <a:pt x="0" y="284321"/>
                </a:lnTo>
                <a:cubicBezTo>
                  <a:pt x="0" y="127295"/>
                  <a:pt x="127295" y="0"/>
                  <a:pt x="28432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31A20E2-8AE0-CFE8-1454-3C62F704D73D}"/>
              </a:ext>
            </a:extLst>
          </p:cNvPr>
          <p:cNvSpPr/>
          <p:nvPr/>
        </p:nvSpPr>
        <p:spPr>
          <a:xfrm>
            <a:off x="634210" y="5477374"/>
            <a:ext cx="85302" cy="20681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8289813-FA31-7829-6570-3C2F85E0D267}"/>
              </a:ext>
            </a:extLst>
          </p:cNvPr>
          <p:cNvSpPr/>
          <p:nvPr/>
        </p:nvSpPr>
        <p:spPr>
          <a:xfrm>
            <a:off x="634210" y="5801101"/>
            <a:ext cx="85302" cy="20681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Text5">
            <a:extLst>
              <a:ext uri="{FF2B5EF4-FFF2-40B4-BE49-F238E27FC236}">
                <a16:creationId xmlns:a16="http://schemas.microsoft.com/office/drawing/2014/main" id="{438F8AAB-4DA8-AD19-61AF-03AC90B1420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34210" y="555584"/>
            <a:ext cx="1640577" cy="345497"/>
          </a:xfrm>
          <a:prstGeom prst="rect">
            <a:avLst/>
          </a:prstGeom>
          <a:noFill/>
        </p:spPr>
        <p:txBody>
          <a:bodyPr wrap="square" rtlCol="0" anchor="ctr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百度文心助手 Team</a:t>
            </a:r>
          </a:p>
        </p:txBody>
      </p:sp>
    </p:spTree>
    <p:custDataLst>
      <p:custData r:id="rId9"/>
      <p:tags r:id="rId10"/>
    </p:custDataLst>
  </p:cSld>
  <p:clrMapOvr>
    <a:masterClrMapping/>
  </p:clrMapOvr>
</p:sld>
</file>

<file path=ppt/slides/slide2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atalo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788DDB1-20FC-8F11-35BB-AB160A2B5C06}"/>
              </a:ext>
            </a:extLst>
          </p:cNvPr>
          <p:cNvSpPr/>
          <p:nvPr/>
        </p:nvSpPr>
        <p:spPr>
          <a:xfrm flipH="1">
            <a:off x="25" y="1"/>
            <a:ext cx="4439601" cy="6866961"/>
          </a:xfrm>
          <a:custGeom>
            <a:gdLst>
              <a:gd name="connsiteX0" fmla="*/ 2136289 w 4439601"/>
              <a:gd name="connsiteY0" fmla="*/ 0 h 6866961"/>
              <a:gd name="connsiteX1" fmla="*/ 4439601 w 4439601"/>
              <a:gd name="connsiteY1" fmla="*/ 0 h 6866961"/>
              <a:gd name="connsiteX2" fmla="*/ 4439601 w 4439601"/>
              <a:gd name="connsiteY2" fmla="*/ 549904 h 6866961"/>
              <a:gd name="connsiteX3" fmla="*/ 4393507 w 4439601"/>
              <a:gd name="connsiteY3" fmla="*/ 546399 h 6866961"/>
              <a:gd name="connsiteX4" fmla="*/ 4231004 w 4439601"/>
              <a:gd name="connsiteY4" fmla="*/ 542290 h 6866961"/>
              <a:gd name="connsiteX5" fmla="*/ 1073149 w 4439601"/>
              <a:gd name="connsiteY5" fmla="*/ 3700145 h 6866961"/>
              <a:gd name="connsiteX6" fmla="*/ 4231004 w 4439601"/>
              <a:gd name="connsiteY6" fmla="*/ 6858000 h 6866961"/>
              <a:gd name="connsiteX7" fmla="*/ 4393507 w 4439601"/>
              <a:gd name="connsiteY7" fmla="*/ 6853891 h 6866961"/>
              <a:gd name="connsiteX8" fmla="*/ 4439601 w 4439601"/>
              <a:gd name="connsiteY8" fmla="*/ 6850386 h 6866961"/>
              <a:gd name="connsiteX9" fmla="*/ 4439601 w 4439601"/>
              <a:gd name="connsiteY9" fmla="*/ 6866961 h 6866961"/>
              <a:gd name="connsiteX10" fmla="*/ 1461368 w 4439601"/>
              <a:gd name="connsiteY10" fmla="*/ 6866961 h 6866961"/>
              <a:gd name="connsiteX11" fmla="*/ 1239326 w 4439601"/>
              <a:gd name="connsiteY11" fmla="*/ 6665155 h 6866961"/>
              <a:gd name="connsiteX12" fmla="*/ 0 w 4439601"/>
              <a:gd name="connsiteY12" fmla="*/ 3673158 h 6866961"/>
              <a:gd name="connsiteX13" fmla="*/ 1865549 w 4439601"/>
              <a:gd name="connsiteY13" fmla="*/ 164479 h 686696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39601" h="6866961">
                <a:moveTo>
                  <a:pt x="2136289" y="0"/>
                </a:moveTo>
                <a:lnTo>
                  <a:pt x="4439601" y="0"/>
                </a:lnTo>
                <a:lnTo>
                  <a:pt x="4439601" y="549904"/>
                </a:lnTo>
                <a:lnTo>
                  <a:pt x="4393507" y="546399"/>
                </a:lnTo>
                <a:cubicBezTo>
                  <a:pt x="4339684" y="543671"/>
                  <a:pt x="4285505" y="542290"/>
                  <a:pt x="4231004" y="542290"/>
                </a:cubicBezTo>
                <a:cubicBezTo>
                  <a:pt x="2486969" y="542290"/>
                  <a:pt x="1073149" y="1956110"/>
                  <a:pt x="1073149" y="3700145"/>
                </a:cubicBezTo>
                <a:cubicBezTo>
                  <a:pt x="1073149" y="5444181"/>
                  <a:pt x="2486969" y="6858000"/>
                  <a:pt x="4231004" y="6858000"/>
                </a:cubicBezTo>
                <a:cubicBezTo>
                  <a:pt x="4285505" y="6858000"/>
                  <a:pt x="4339684" y="6856621"/>
                  <a:pt x="4393507" y="6853891"/>
                </a:cubicBezTo>
                <a:lnTo>
                  <a:pt x="4439601" y="6850386"/>
                </a:lnTo>
                <a:lnTo>
                  <a:pt x="4439601" y="6866961"/>
                </a:lnTo>
                <a:lnTo>
                  <a:pt x="1461368" y="6866961"/>
                </a:lnTo>
                <a:lnTo>
                  <a:pt x="1239326" y="6665155"/>
                </a:lnTo>
                <a:cubicBezTo>
                  <a:pt x="473607" y="5899437"/>
                  <a:pt x="0" y="4841606"/>
                  <a:pt x="0" y="3673158"/>
                </a:cubicBezTo>
                <a:cubicBezTo>
                  <a:pt x="0" y="2212599"/>
                  <a:pt x="740010" y="924878"/>
                  <a:pt x="1865549" y="164479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82000"/>
                </a:schemeClr>
              </a:gs>
              <a:gs pos="100000">
                <a:schemeClr val="accent1">
                  <a:lumMod val="20000"/>
                  <a:lumOff val="80000"/>
                  <a:alpha val="29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B0192CD-805F-F5DB-144D-56E7FCBD7E22}"/>
              </a:ext>
            </a:extLst>
          </p:cNvPr>
          <p:cNvSpPr/>
          <p:nvPr/>
        </p:nvSpPr>
        <p:spPr>
          <a:xfrm flipH="1">
            <a:off x="0" y="202934"/>
            <a:ext cx="1785022" cy="6452131"/>
          </a:xfrm>
          <a:custGeom>
            <a:gdLst>
              <a:gd name="connsiteX0" fmla="*/ 1938683 w 1938683"/>
              <a:gd name="connsiteY0" fmla="*/ 0 h 7007553"/>
              <a:gd name="connsiteX1" fmla="*/ 1938683 w 1938683"/>
              <a:gd name="connsiteY1" fmla="*/ 1363315 h 7007553"/>
              <a:gd name="connsiteX2" fmla="*/ 1756987 w 1938683"/>
              <a:gd name="connsiteY2" fmla="*/ 1563232 h 7007553"/>
              <a:gd name="connsiteX3" fmla="*/ 1050862 w 1938683"/>
              <a:gd name="connsiteY3" fmla="*/ 3530203 h 7007553"/>
              <a:gd name="connsiteX4" fmla="*/ 1756987 w 1938683"/>
              <a:gd name="connsiteY4" fmla="*/ 5497174 h 7007553"/>
              <a:gd name="connsiteX5" fmla="*/ 1938683 w 1938683"/>
              <a:gd name="connsiteY5" fmla="*/ 5697090 h 7007553"/>
              <a:gd name="connsiteX6" fmla="*/ 1938683 w 1938683"/>
              <a:gd name="connsiteY6" fmla="*/ 7007553 h 7007553"/>
              <a:gd name="connsiteX7" fmla="*/ 1826805 w 1938683"/>
              <a:gd name="connsiteY7" fmla="*/ 6939585 h 7007553"/>
              <a:gd name="connsiteX8" fmla="*/ 0 w 1938683"/>
              <a:gd name="connsiteY8" fmla="*/ 3503776 h 7007553"/>
              <a:gd name="connsiteX9" fmla="*/ 1826805 w 1938683"/>
              <a:gd name="connsiteY9" fmla="*/ 67968 h 700755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38683" h="7007553">
                <a:moveTo>
                  <a:pt x="1938683" y="0"/>
                </a:moveTo>
                <a:lnTo>
                  <a:pt x="1938683" y="1363315"/>
                </a:lnTo>
                <a:lnTo>
                  <a:pt x="1756987" y="1563232"/>
                </a:lnTo>
                <a:cubicBezTo>
                  <a:pt x="1315856" y="2097758"/>
                  <a:pt x="1050862" y="2783034"/>
                  <a:pt x="1050862" y="3530203"/>
                </a:cubicBezTo>
                <a:cubicBezTo>
                  <a:pt x="1050862" y="4277371"/>
                  <a:pt x="1315856" y="4962647"/>
                  <a:pt x="1756987" y="5497174"/>
                </a:cubicBezTo>
                <a:lnTo>
                  <a:pt x="1938683" y="5697090"/>
                </a:lnTo>
                <a:lnTo>
                  <a:pt x="1938683" y="7007553"/>
                </a:lnTo>
                <a:lnTo>
                  <a:pt x="1826805" y="6939585"/>
                </a:lnTo>
                <a:cubicBezTo>
                  <a:pt x="724642" y="6194978"/>
                  <a:pt x="0" y="4934002"/>
                  <a:pt x="0" y="3503776"/>
                </a:cubicBezTo>
                <a:cubicBezTo>
                  <a:pt x="0" y="2073551"/>
                  <a:pt x="724642" y="812574"/>
                  <a:pt x="1826805" y="67968"/>
                </a:cubicBez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F5DD3B-520D-606E-24D1-B9B24E65D7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82104" y="518397"/>
            <a:ext cx="1591918" cy="9233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5" name="Text3">
            <a:extLst>
              <a:ext uri="{FF2B5EF4-FFF2-40B4-BE49-F238E27FC236}">
                <a16:creationId xmlns:a16="http://schemas.microsoft.com/office/drawing/2014/main" id="{EC8621D1-C326-96F3-7841-36BAB6DF43A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301097" y="2201288"/>
            <a:ext cx="7392580" cy="640467"/>
            <a:chOff x="1054734" y="1823155"/>
            <a:chExt cx="7392580" cy="640467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89AFB231-DA52-1035-E2A2-174CA563E39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7" name="Text1">
              <a:extLst>
                <a:ext uri="{FF2B5EF4-FFF2-40B4-BE49-F238E27FC236}">
                  <a16:creationId xmlns:a16="http://schemas.microsoft.com/office/drawing/2014/main" id="{85D56301-8B64-35AF-7989-C3059017AC46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PPT基础概念</a:t>
              </a:r>
            </a:p>
          </p:txBody>
        </p:sp>
        <p:sp>
          <p:nvSpPr>
            <p:cNvPr id="8" name="Text2">
              <a:extLst>
                <a:ext uri="{FF2B5EF4-FFF2-40B4-BE49-F238E27FC236}">
                  <a16:creationId xmlns:a16="http://schemas.microsoft.com/office/drawing/2014/main" id="{97968829-610C-B242-1668-2020DDC742FD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9" name="Text6">
            <a:extLst>
              <a:ext uri="{FF2B5EF4-FFF2-40B4-BE49-F238E27FC236}">
                <a16:creationId xmlns:a16="http://schemas.microsoft.com/office/drawing/2014/main" id="{7880C9AA-91DA-435C-7EBC-A860A54B3AD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2610534" y="3054858"/>
            <a:ext cx="7392580" cy="640467"/>
            <a:chOff x="1054734" y="1823155"/>
            <a:chExt cx="7392580" cy="640467"/>
          </a:xfrm>
        </p:grpSpPr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E3FBCA9C-D93A-C5A1-FA72-F9209E83AF9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11" name="Text4">
              <a:extLst>
                <a:ext uri="{FF2B5EF4-FFF2-40B4-BE49-F238E27FC236}">
                  <a16:creationId xmlns:a16="http://schemas.microsoft.com/office/drawing/2014/main" id="{B6CE60EC-AAA1-A53D-1FAD-8146B27E1BD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PPT高级技巧</a:t>
              </a:r>
            </a:p>
          </p:txBody>
        </p:sp>
        <p:sp>
          <p:nvSpPr>
            <p:cNvPr id="12" name="Text5">
              <a:extLst>
                <a:ext uri="{FF2B5EF4-FFF2-40B4-BE49-F238E27FC236}">
                  <a16:creationId xmlns:a16="http://schemas.microsoft.com/office/drawing/2014/main" id="{3AA3DE2E-CB08-00FF-A726-628FC8FFD2D8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13" name="Text9">
            <a:extLst>
              <a:ext uri="{FF2B5EF4-FFF2-40B4-BE49-F238E27FC236}">
                <a16:creationId xmlns:a16="http://schemas.microsoft.com/office/drawing/2014/main" id="{588F6A4F-5571-9CB4-B95B-F8EF7354679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963291" y="3908429"/>
            <a:ext cx="7392580" cy="640467"/>
            <a:chOff x="1054734" y="1823155"/>
            <a:chExt cx="7392580" cy="640467"/>
          </a:xfrm>
        </p:grpSpPr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91F73F99-4713-AA41-22D4-32BAD3B3A45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15" name="Text7">
              <a:extLst>
                <a:ext uri="{FF2B5EF4-FFF2-40B4-BE49-F238E27FC236}">
                  <a16:creationId xmlns:a16="http://schemas.microsoft.com/office/drawing/2014/main" id="{7A7AB86F-7973-81D2-8B58-EB6DC3B0436D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PPT实战应用</a:t>
              </a:r>
            </a:p>
          </p:txBody>
        </p:sp>
        <p:sp>
          <p:nvSpPr>
            <p:cNvPr id="16" name="Text8">
              <a:extLst>
                <a:ext uri="{FF2B5EF4-FFF2-40B4-BE49-F238E27FC236}">
                  <a16:creationId xmlns:a16="http://schemas.microsoft.com/office/drawing/2014/main" id="{0213B06E-3C1E-3B09-77A6-82C9E11EBDD1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17" name="Text12">
            <a:extLst>
              <a:ext uri="{FF2B5EF4-FFF2-40B4-BE49-F238E27FC236}">
                <a16:creationId xmlns:a16="http://schemas.microsoft.com/office/drawing/2014/main" id="{3A4AAAF3-6FEC-7CE6-B66C-E7F18FD3CD2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3282990" y="4761999"/>
            <a:ext cx="7392580" cy="640467"/>
            <a:chOff x="1054734" y="1823155"/>
            <a:chExt cx="7392580" cy="640467"/>
          </a:xfrm>
        </p:grpSpPr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EB87D8E8-DD63-743B-2E29-690CB128DFD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H="1">
              <a:off x="1054734" y="1859347"/>
              <a:ext cx="7392579" cy="539115"/>
            </a:xfrm>
            <a:prstGeom prst="parallelogram">
              <a:avLst>
                <a:gd name="adj" fmla="val 21678"/>
              </a:avLst>
            </a:prstGeom>
            <a:gradFill flip="none" rotWithShape="1">
              <a:gsLst>
                <a:gs pos="62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110004020202020204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rgbClr val="FAFAFA"/>
                </a:solidFill>
              </a:endParaRPr>
            </a:p>
          </p:txBody>
        </p:sp>
        <p:sp>
          <p:nvSpPr>
            <p:cNvPr id="19" name="Text10">
              <a:extLst>
                <a:ext uri="{FF2B5EF4-FFF2-40B4-BE49-F238E27FC236}">
                  <a16:creationId xmlns:a16="http://schemas.microsoft.com/office/drawing/2014/main" id="{D2313599-9643-FE58-AB01-CA2F5449A90D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000516" y="1823155"/>
              <a:ext cx="6446798" cy="640467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PPT优化与总结</a:t>
              </a:r>
            </a:p>
          </p:txBody>
        </p:sp>
        <p:sp>
          <p:nvSpPr>
            <p:cNvPr id="20" name="Text11">
              <a:extLst>
                <a:ext uri="{FF2B5EF4-FFF2-40B4-BE49-F238E27FC236}">
                  <a16:creationId xmlns:a16="http://schemas.microsoft.com/office/drawing/2014/main" id="{7F1CEB17-F8DD-E245-213C-939739B1F738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330943" y="1868209"/>
              <a:ext cx="635122" cy="5494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</a:p>
          </p:txBody>
        </p:sp>
      </p:grpSp>
    </p:spTree>
    <p:custDataLst>
      <p:custData r:id="rId20"/>
      <p:tags r:id="rId21"/>
    </p:custDataLst>
  </p:cSld>
  <p:clrMapOvr>
    <a:masterClrMapping/>
  </p:clrMapOvr>
</p:sld>
</file>

<file path=ppt/slides/slide3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hapter_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1">
            <a:extLst>
              <a:ext uri="{FF2B5EF4-FFF2-40B4-BE49-F238E27FC236}">
                <a16:creationId xmlns:a16="http://schemas.microsoft.com/office/drawing/2014/main" id="{8DBE7B01-845F-5CA3-D22B-C14CF880A8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9280" y="3141980"/>
            <a:ext cx="11013440" cy="135763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体圈欣意冠黑体" panose="00000500000000000000" charset="-122"/>
                <a:sym typeface="+mn-lt"/>
              </a:rPr>
              <a:t>PPT基础概念</a:t>
            </a:r>
          </a:p>
        </p:txBody>
      </p:sp>
      <p:sp>
        <p:nvSpPr>
          <p:cNvPr id="4" name="Text2">
            <a:extLst>
              <a:ext uri="{FF2B5EF4-FFF2-40B4-BE49-F238E27FC236}">
                <a16:creationId xmlns:a16="http://schemas.microsoft.com/office/drawing/2014/main" id="{C0F08E87-2A8C-0F33-3B01-79ADEA152D2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89280" y="4617085"/>
            <a:ext cx="1101344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Basic Concepts of PPT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515496-85C3-74F3-EC7B-C1A3648016D6}"/>
              </a:ext>
            </a:extLst>
          </p:cNvPr>
          <p:cNvSpPr/>
          <p:nvPr/>
        </p:nvSpPr>
        <p:spPr>
          <a:xfrm>
            <a:off x="5205095" y="1340485"/>
            <a:ext cx="1721485" cy="1721485"/>
          </a:xfrm>
          <a:prstGeom prst="ellipse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Text3">
            <a:extLst>
              <a:ext uri="{FF2B5EF4-FFF2-40B4-BE49-F238E27FC236}">
                <a16:creationId xmlns:a16="http://schemas.microsoft.com/office/drawing/2014/main" id="{A631956A-1220-4EDA-3A88-5A055155BD5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05095" y="1314450"/>
            <a:ext cx="1782445" cy="17037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</p:spTree>
    <p:custDataLst>
      <p:custData r:id="rId6"/>
      <p:tags r:id="rId7"/>
    </p:custDataLst>
  </p:cSld>
  <p:clrMapOvr>
    <a:masterClrMapping/>
  </p:clrMapOvr>
</p:sld>
</file>

<file path=ppt/slides/slide4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7" name="Rectangle 16-【1】">
            <a:extLst>
              <a:ext uri="{FF2B5EF4-FFF2-40B4-BE49-F238E27FC236}">
                <a16:creationId xmlns:a16="http://schemas.microsoft.com/office/drawing/2014/main" id="{DDFEAD50-95BD-59BF-0349-4BE9C48ACB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1029951" y="0"/>
            <a:ext cx="11620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Text1">
            <a:extLst>
              <a:ext uri="{FF2B5EF4-FFF2-40B4-BE49-F238E27FC236}">
                <a16:creationId xmlns:a16="http://schemas.microsoft.com/office/drawing/2014/main" id="{CBA131B2-058E-BEFA-8D52-87FBCF819C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69720" y="1501775"/>
            <a:ext cx="5150485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PPT基本概念</a:t>
            </a:r>
          </a:p>
        </p:txBody>
      </p:sp>
      <p:sp>
        <p:nvSpPr>
          <p:cNvPr id="5" name="Text2">
            <a:extLst>
              <a:ext uri="{FF2B5EF4-FFF2-40B4-BE49-F238E27FC236}">
                <a16:creationId xmlns:a16="http://schemas.microsoft.com/office/drawing/2014/main" id="{A74EB48C-5F31-037D-0954-AD1831744EB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9720" y="1805305"/>
            <a:ext cx="5149850" cy="102044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ctr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PPT（PowerPoint）是一种演示文稿软件，用于创建包含文本、图像、图表和多媒体元素的幻灯片。它广泛应用于教育、商业和演讲等领域，帮助用户清晰传达信息。</a:t>
            </a:r>
          </a:p>
        </p:txBody>
      </p:sp>
      <p:sp>
        <p:nvSpPr>
          <p:cNvPr id="6" name="文本框-【1】">
            <a:extLst>
              <a:ext uri="{FF2B5EF4-FFF2-40B4-BE49-F238E27FC236}">
                <a16:creationId xmlns:a16="http://schemas.microsoft.com/office/drawing/2014/main" id="{91E08918-6A9F-DFDC-39DB-3720AF7D590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569720" y="2904490"/>
            <a:ext cx="5150485" cy="39878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7" name="文本框-【1】">
            <a:extLst>
              <a:ext uri="{FF2B5EF4-FFF2-40B4-BE49-F238E27FC236}">
                <a16:creationId xmlns:a16="http://schemas.microsoft.com/office/drawing/2014/main" id="{17B72CDC-FF9E-F406-8F99-F7563A4AA6D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69720" y="3324860"/>
            <a:ext cx="5150485" cy="1056640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  <a:sym typeface="+mn-ea"/>
            </a:endParaRPr>
          </a:p>
        </p:txBody>
      </p:sp>
      <p:sp>
        <p:nvSpPr>
          <p:cNvPr id="8" name="Text3">
            <a:extLst>
              <a:ext uri="{FF2B5EF4-FFF2-40B4-BE49-F238E27FC236}">
                <a16:creationId xmlns:a16="http://schemas.microsoft.com/office/drawing/2014/main" id="{718998D4-C550-71C8-A222-F2B0ADF26FE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569085" y="4495800"/>
            <a:ext cx="5150485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PPT的应用场景</a:t>
            </a:r>
          </a:p>
        </p:txBody>
      </p:sp>
      <p:sp>
        <p:nvSpPr>
          <p:cNvPr id="9" name="Text4">
            <a:extLst>
              <a:ext uri="{FF2B5EF4-FFF2-40B4-BE49-F238E27FC236}">
                <a16:creationId xmlns:a16="http://schemas.microsoft.com/office/drawing/2014/main" id="{F1FFDB09-502E-761D-8BED-4A4DDB95B15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569085" y="4799330"/>
            <a:ext cx="5149850" cy="102044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ctr" latinLnBrk="0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PPT在教育中用于课件制作，在商业中用于项目汇报和产品展示，在演讲中用于辅助演讲者传达关键信息。其灵活性和易用性使其成为各行各业的重要工具。</a:t>
            </a:r>
          </a:p>
        </p:txBody>
      </p:sp>
      <p:sp>
        <p:nvSpPr>
          <p:cNvPr id="2" name="Shape1">
            <a:extLst>
              <a:ext uri="{FF2B5EF4-FFF2-40B4-BE49-F238E27FC236}">
                <a16:creationId xmlns:a16="http://schemas.microsoft.com/office/drawing/2014/main" id="{04D3747A-2128-A709-BABB-6F31092B89C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253605" y="1501775"/>
            <a:ext cx="3917315" cy="4219575"/>
          </a:xfrm>
          <a:prstGeom prst="rect">
            <a:avLst/>
          </a:prstGeom>
          <a:blipFill>
            <a:blip r:embed="rId11"/>
            <a:stretch>
              <a:fillRect l="-32922" r="-32922"/>
            </a:stretch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Rectangle 12-【1】">
            <a:extLst>
              <a:ext uri="{FF2B5EF4-FFF2-40B4-BE49-F238E27FC236}">
                <a16:creationId xmlns:a16="http://schemas.microsoft.com/office/drawing/2014/main" id="{67A9F17F-3854-4A37-D89F-07B115AFB76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42691" y="2379889"/>
            <a:ext cx="224084" cy="44781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Text5">
            <a:extLst>
              <a:ext uri="{FF2B5EF4-FFF2-40B4-BE49-F238E27FC236}">
                <a16:creationId xmlns:a16="http://schemas.microsoft.com/office/drawing/2014/main" id="{F974F741-5439-70A8-98E5-2B0B09F5796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569720" y="2913380"/>
            <a:ext cx="5150485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PPT的核心功能</a:t>
            </a:r>
          </a:p>
        </p:txBody>
      </p:sp>
      <p:sp>
        <p:nvSpPr>
          <p:cNvPr id="15" name="Text6">
            <a:extLst>
              <a:ext uri="{FF2B5EF4-FFF2-40B4-BE49-F238E27FC236}">
                <a16:creationId xmlns:a16="http://schemas.microsoft.com/office/drawing/2014/main" id="{9749EE81-1042-2CA6-9F33-A7752B32AA0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569720" y="3319780"/>
            <a:ext cx="5149850" cy="98679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PPT的核心功能包括幻灯片设计、动画效果、过渡效果和多媒体集成。这些功能使得演示文稿更加生动和吸引人，提升观众的参与度和理解力。</a:t>
            </a:r>
          </a:p>
        </p:txBody>
      </p:sp>
      <p:sp>
        <p:nvSpPr>
          <p:cNvPr id="16" name="Text7">
            <a:extLst>
              <a:ext uri="{FF2B5EF4-FFF2-40B4-BE49-F238E27FC236}">
                <a16:creationId xmlns:a16="http://schemas.microsoft.com/office/drawing/2014/main" id="{DA2BF7D3-3D6D-ECDD-0829-96DEBABB8F0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 rot="2700000">
            <a:off x="256421" y="473520"/>
            <a:ext cx="459926" cy="45992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8" name="Text8">
            <a:extLst>
              <a:ext uri="{FF2B5EF4-FFF2-40B4-BE49-F238E27FC236}">
                <a16:creationId xmlns:a16="http://schemas.microsoft.com/office/drawing/2014/main" id="{AC3648C9-A650-B0D5-7B8C-39A5D311ACA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11602" y="287410"/>
            <a:ext cx="1009452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PPT的定义与作用</a:t>
            </a:r>
          </a:p>
        </p:txBody>
      </p:sp>
    </p:spTree>
    <p:custDataLst>
      <p:custData r:id="rId17"/>
      <p:tags r:id="rId18"/>
    </p:custDataLst>
    <p:extLst>
      <p:ext uri="{BB962C8B-B14F-4D97-AF65-F5344CB8AC3E}">
        <p14:creationId val="1222171749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5" name="Text1">
            <a:extLst>
              <a:ext uri="{FF2B5EF4-FFF2-40B4-BE49-F238E27FC236}">
                <a16:creationId xmlns:a16="http://schemas.microsoft.com/office/drawing/2014/main" id="{E9F9809D-61C6-B83A-2855-94F22BF78C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PPT的设计原则</a:t>
            </a:r>
          </a:p>
        </p:txBody>
      </p:sp>
      <p:grpSp>
        <p:nvGrpSpPr>
          <p:cNvPr id="2" name="Shape1">
            <a:extLst>
              <a:ext uri="{FF2B5EF4-FFF2-40B4-BE49-F238E27FC236}">
                <a16:creationId xmlns:a16="http://schemas.microsoft.com/office/drawing/2014/main" id="{BC14811F-F6F7-83B6-A6E5-15A5482C2D4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290480" y="1709178"/>
            <a:ext cx="3666240" cy="4335578"/>
            <a:chOff x="3214688" y="1311275"/>
            <a:chExt cx="2695575" cy="3187700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22F09CE6-3C31-20F2-F526-ABA805FEA0D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3214688" y="1311275"/>
              <a:ext cx="2695575" cy="3187700"/>
            </a:xfrm>
            <a:custGeom>
              <a:cxnLst>
                <a:cxn ang="0">
                  <a:pos x="673" y="459"/>
                </a:cxn>
                <a:cxn ang="0">
                  <a:pos x="371" y="842"/>
                </a:cxn>
                <a:cxn ang="0">
                  <a:pos x="359" y="847"/>
                </a:cxn>
                <a:cxn ang="0">
                  <a:pos x="348" y="841"/>
                </a:cxn>
                <a:cxn ang="0">
                  <a:pos x="36" y="459"/>
                </a:cxn>
                <a:cxn ang="0">
                  <a:pos x="30" y="435"/>
                </a:cxn>
                <a:cxn ang="0">
                  <a:pos x="5" y="164"/>
                </a:cxn>
                <a:cxn ang="0">
                  <a:pos x="348" y="9"/>
                </a:cxn>
                <a:cxn ang="0">
                  <a:pos x="359" y="0"/>
                </a:cxn>
                <a:cxn ang="0">
                  <a:pos x="371" y="9"/>
                </a:cxn>
                <a:cxn ang="0">
                  <a:pos x="716" y="164"/>
                </a:cxn>
                <a:cxn ang="0">
                  <a:pos x="679" y="435"/>
                </a:cxn>
                <a:cxn ang="0">
                  <a:pos x="673" y="459"/>
                </a:cxn>
              </a:cxnLst>
              <a:rect l="0" t="0" r="r" b="b"/>
              <a:pathLst>
                <a:path w="716" h="845">
                  <a:moveTo>
                    <a:pt x="673" y="459"/>
                  </a:moveTo>
                  <a:cubicBezTo>
                    <a:pt x="619" y="648"/>
                    <a:pt x="519" y="775"/>
                    <a:pt x="371" y="842"/>
                  </a:cubicBezTo>
                  <a:cubicBezTo>
                    <a:pt x="367" y="844"/>
                    <a:pt x="363" y="846"/>
                    <a:pt x="359" y="847"/>
                  </a:cubicBezTo>
                  <a:cubicBezTo>
                    <a:pt x="355" y="845"/>
                    <a:pt x="351" y="843"/>
                    <a:pt x="348" y="841"/>
                  </a:cubicBezTo>
                  <a:cubicBezTo>
                    <a:pt x="189" y="750"/>
                    <a:pt x="85" y="622"/>
                    <a:pt x="36" y="459"/>
                  </a:cubicBezTo>
                  <a:cubicBezTo>
                    <a:pt x="34" y="451"/>
                    <a:pt x="32" y="444"/>
                    <a:pt x="30" y="435"/>
                  </a:cubicBezTo>
                  <a:cubicBezTo>
                    <a:pt x="8" y="354"/>
                    <a:pt x="0" y="263"/>
                    <a:pt x="5" y="164"/>
                  </a:cubicBezTo>
                  <a:cubicBezTo>
                    <a:pt x="144" y="135"/>
                    <a:pt x="259" y="83"/>
                    <a:pt x="348" y="9"/>
                  </a:cubicBezTo>
                  <a:cubicBezTo>
                    <a:pt x="352" y="6"/>
                    <a:pt x="355" y="3"/>
                    <a:pt x="359" y="0"/>
                  </a:cubicBezTo>
                  <a:cubicBezTo>
                    <a:pt x="363" y="3"/>
                    <a:pt x="366" y="6"/>
                    <a:pt x="371" y="9"/>
                  </a:cubicBezTo>
                  <a:cubicBezTo>
                    <a:pt x="476" y="88"/>
                    <a:pt x="591" y="139"/>
                    <a:pt x="716" y="164"/>
                  </a:cubicBezTo>
                  <a:cubicBezTo>
                    <a:pt x="712" y="265"/>
                    <a:pt x="699" y="355"/>
                    <a:pt x="679" y="435"/>
                  </a:cubicBezTo>
                  <a:cubicBezTo>
                    <a:pt x="677" y="444"/>
                    <a:pt x="675" y="451"/>
                    <a:pt x="673" y="459"/>
                  </a:cubicBezTo>
                  <a:close/>
                </a:path>
              </a:pathLst>
            </a:custGeom>
            <a:solidFill>
              <a:schemeClr val="tx1">
                <a:lumMod val="25000"/>
                <a:lumOff val="75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813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626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7439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3252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9065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4878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10691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6504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262C1B04-3D8C-1230-81BF-A8333957E32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3376613" y="1501775"/>
              <a:ext cx="2371725" cy="2805113"/>
            </a:xfrm>
            <a:custGeom>
              <a:cxnLst>
                <a:cxn ang="0">
                  <a:pos x="592" y="404"/>
                </a:cxn>
                <a:cxn ang="0">
                  <a:pos x="326" y="741"/>
                </a:cxn>
                <a:cxn ang="0">
                  <a:pos x="316" y="745"/>
                </a:cxn>
                <a:cxn ang="0">
                  <a:pos x="306" y="740"/>
                </a:cxn>
                <a:cxn ang="0">
                  <a:pos x="32" y="404"/>
                </a:cxn>
                <a:cxn ang="0">
                  <a:pos x="27" y="383"/>
                </a:cxn>
                <a:cxn ang="0">
                  <a:pos x="5" y="145"/>
                </a:cxn>
                <a:cxn ang="0">
                  <a:pos x="306" y="8"/>
                </a:cxn>
                <a:cxn ang="0">
                  <a:pos x="316" y="0"/>
                </a:cxn>
                <a:cxn ang="0">
                  <a:pos x="326" y="8"/>
                </a:cxn>
                <a:cxn ang="0">
                  <a:pos x="630" y="145"/>
                </a:cxn>
                <a:cxn ang="0">
                  <a:pos x="598" y="383"/>
                </a:cxn>
                <a:cxn ang="0">
                  <a:pos x="592" y="404"/>
                </a:cxn>
              </a:cxnLst>
              <a:rect l="0" t="0" r="r" b="b"/>
              <a:pathLst>
                <a:path w="630" h="745">
                  <a:moveTo>
                    <a:pt x="592" y="404"/>
                  </a:moveTo>
                  <a:cubicBezTo>
                    <a:pt x="545" y="570"/>
                    <a:pt x="456" y="682"/>
                    <a:pt x="326" y="741"/>
                  </a:cubicBezTo>
                  <a:cubicBezTo>
                    <a:pt x="323" y="742"/>
                    <a:pt x="319" y="744"/>
                    <a:pt x="316" y="745"/>
                  </a:cubicBezTo>
                  <a:cubicBezTo>
                    <a:pt x="313" y="743"/>
                    <a:pt x="310" y="742"/>
                    <a:pt x="306" y="740"/>
                  </a:cubicBezTo>
                  <a:cubicBezTo>
                    <a:pt x="167" y="659"/>
                    <a:pt x="75" y="548"/>
                    <a:pt x="32" y="404"/>
                  </a:cubicBezTo>
                  <a:cubicBezTo>
                    <a:pt x="30" y="397"/>
                    <a:pt x="28" y="390"/>
                    <a:pt x="27" y="383"/>
                  </a:cubicBezTo>
                  <a:cubicBezTo>
                    <a:pt x="8" y="311"/>
                    <a:pt x="0" y="232"/>
                    <a:pt x="5" y="145"/>
                  </a:cubicBezTo>
                  <a:cubicBezTo>
                    <a:pt x="127" y="119"/>
                    <a:pt x="228" y="73"/>
                    <a:pt x="306" y="8"/>
                  </a:cubicBezTo>
                  <a:cubicBezTo>
                    <a:pt x="310" y="6"/>
                    <a:pt x="313" y="3"/>
                    <a:pt x="316" y="0"/>
                  </a:cubicBezTo>
                  <a:cubicBezTo>
                    <a:pt x="319" y="3"/>
                    <a:pt x="323" y="5"/>
                    <a:pt x="326" y="8"/>
                  </a:cubicBezTo>
                  <a:cubicBezTo>
                    <a:pt x="419" y="77"/>
                    <a:pt x="520" y="123"/>
                    <a:pt x="630" y="145"/>
                  </a:cubicBezTo>
                  <a:cubicBezTo>
                    <a:pt x="626" y="233"/>
                    <a:pt x="615" y="313"/>
                    <a:pt x="598" y="383"/>
                  </a:cubicBezTo>
                  <a:cubicBezTo>
                    <a:pt x="596" y="390"/>
                    <a:pt x="594" y="397"/>
                    <a:pt x="592" y="404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813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626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7439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3252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9065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4878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10691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6504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034BD974-5863-63FA-35DD-E884D6AFF37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3478213" y="1619250"/>
              <a:ext cx="2171700" cy="2571750"/>
            </a:xfrm>
            <a:custGeom>
              <a:cxnLst>
                <a:cxn ang="0">
                  <a:pos x="542" y="370"/>
                </a:cxn>
                <a:cxn ang="0">
                  <a:pos x="298" y="679"/>
                </a:cxn>
                <a:cxn ang="0">
                  <a:pos x="289" y="683"/>
                </a:cxn>
                <a:cxn ang="0">
                  <a:pos x="280" y="678"/>
                </a:cxn>
                <a:cxn ang="0">
                  <a:pos x="29" y="370"/>
                </a:cxn>
                <a:cxn ang="0">
                  <a:pos x="24" y="351"/>
                </a:cxn>
                <a:cxn ang="0">
                  <a:pos x="4" y="133"/>
                </a:cxn>
                <a:cxn ang="0">
                  <a:pos x="280" y="8"/>
                </a:cxn>
                <a:cxn ang="0">
                  <a:pos x="289" y="0"/>
                </a:cxn>
                <a:cxn ang="0">
                  <a:pos x="298" y="7"/>
                </a:cxn>
                <a:cxn ang="0">
                  <a:pos x="577" y="133"/>
                </a:cxn>
                <a:cxn ang="0">
                  <a:pos x="547" y="351"/>
                </a:cxn>
                <a:cxn ang="0">
                  <a:pos x="542" y="370"/>
                </a:cxn>
              </a:cxnLst>
              <a:rect l="0" t="0" r="r" b="b"/>
              <a:pathLst>
                <a:path w="577" h="683">
                  <a:moveTo>
                    <a:pt x="542" y="370"/>
                  </a:moveTo>
                  <a:cubicBezTo>
                    <a:pt x="499" y="522"/>
                    <a:pt x="418" y="625"/>
                    <a:pt x="298" y="679"/>
                  </a:cubicBezTo>
                  <a:cubicBezTo>
                    <a:pt x="295" y="681"/>
                    <a:pt x="292" y="682"/>
                    <a:pt x="289" y="683"/>
                  </a:cubicBezTo>
                  <a:cubicBezTo>
                    <a:pt x="286" y="682"/>
                    <a:pt x="283" y="680"/>
                    <a:pt x="280" y="678"/>
                  </a:cubicBezTo>
                  <a:cubicBezTo>
                    <a:pt x="152" y="604"/>
                    <a:pt x="68" y="502"/>
                    <a:pt x="29" y="370"/>
                  </a:cubicBezTo>
                  <a:cubicBezTo>
                    <a:pt x="27" y="364"/>
                    <a:pt x="25" y="358"/>
                    <a:pt x="24" y="351"/>
                  </a:cubicBezTo>
                  <a:cubicBezTo>
                    <a:pt x="6" y="285"/>
                    <a:pt x="0" y="212"/>
                    <a:pt x="4" y="133"/>
                  </a:cubicBezTo>
                  <a:cubicBezTo>
                    <a:pt x="116" y="109"/>
                    <a:pt x="208" y="67"/>
                    <a:pt x="280" y="8"/>
                  </a:cubicBezTo>
                  <a:cubicBezTo>
                    <a:pt x="283" y="5"/>
                    <a:pt x="286" y="3"/>
                    <a:pt x="289" y="0"/>
                  </a:cubicBezTo>
                  <a:cubicBezTo>
                    <a:pt x="292" y="2"/>
                    <a:pt x="295" y="5"/>
                    <a:pt x="298" y="7"/>
                  </a:cubicBezTo>
                  <a:cubicBezTo>
                    <a:pt x="383" y="71"/>
                    <a:pt x="476" y="112"/>
                    <a:pt x="577" y="133"/>
                  </a:cubicBezTo>
                  <a:cubicBezTo>
                    <a:pt x="574" y="214"/>
                    <a:pt x="564" y="287"/>
                    <a:pt x="547" y="351"/>
                  </a:cubicBezTo>
                  <a:cubicBezTo>
                    <a:pt x="546" y="358"/>
                    <a:pt x="544" y="364"/>
                    <a:pt x="542" y="370"/>
                  </a:cubicBez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5813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31626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7439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63252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9065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94878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10691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26504" algn="l" defTabSz="1031626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33" name="Text2">
            <a:extLst>
              <a:ext uri="{FF2B5EF4-FFF2-40B4-BE49-F238E27FC236}">
                <a16:creationId xmlns:a16="http://schemas.microsoft.com/office/drawing/2014/main" id="{E31D91F5-4DFC-8D6D-3E80-F9026741557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4823791" y="2367720"/>
            <a:ext cx="1263105" cy="1552431"/>
          </a:xfrm>
          <a:custGeom>
            <a:cxnLst>
              <a:cxn ang="0">
                <a:pos x="3" y="110"/>
              </a:cxn>
              <a:cxn ang="0">
                <a:pos x="247" y="0"/>
              </a:cxn>
              <a:cxn ang="0">
                <a:pos x="247" y="303"/>
              </a:cxn>
              <a:cxn ang="0">
                <a:pos x="21" y="303"/>
              </a:cxn>
              <a:cxn ang="0">
                <a:pos x="3" y="110"/>
              </a:cxn>
            </a:cxnLst>
            <a:rect l="0" t="0" r="r" b="b"/>
            <a:pathLst>
              <a:path w="246" h="303">
                <a:moveTo>
                  <a:pt x="3" y="110"/>
                </a:moveTo>
                <a:cubicBezTo>
                  <a:pt x="103" y="89"/>
                  <a:pt x="184" y="52"/>
                  <a:pt x="247" y="0"/>
                </a:cubicBezTo>
                <a:cubicBezTo>
                  <a:pt x="247" y="303"/>
                  <a:pt x="247" y="303"/>
                  <a:pt x="247" y="303"/>
                </a:cubicBezTo>
                <a:cubicBezTo>
                  <a:pt x="21" y="303"/>
                  <a:pt x="21" y="303"/>
                  <a:pt x="21" y="303"/>
                </a:cubicBezTo>
                <a:cubicBezTo>
                  <a:pt x="5" y="245"/>
                  <a:pt x="0" y="180"/>
                  <a:pt x="3" y="11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813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1626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7439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3252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9065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94878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0691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26504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1" name="Text3">
            <a:extLst>
              <a:ext uri="{FF2B5EF4-FFF2-40B4-BE49-F238E27FC236}">
                <a16:creationId xmlns:a16="http://schemas.microsoft.com/office/drawing/2014/main" id="{90D2AD52-72CB-03C1-483E-206D760B20CF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68942" y="2363402"/>
            <a:ext cx="1260945" cy="1556750"/>
          </a:xfrm>
          <a:custGeom>
            <a:cxnLst>
              <a:cxn ang="0">
                <a:pos x="220" y="304"/>
              </a:cxn>
              <a:cxn ang="0">
                <a:pos x="0" y="304"/>
              </a:cxn>
              <a:cxn ang="0">
                <a:pos x="0" y="0"/>
              </a:cxn>
              <a:cxn ang="0">
                <a:pos x="246" y="111"/>
              </a:cxn>
              <a:cxn ang="0">
                <a:pos x="220" y="304"/>
              </a:cxn>
            </a:cxnLst>
            <a:rect l="0" t="0" r="r" b="b"/>
            <a:pathLst>
              <a:path w="246" h="304">
                <a:moveTo>
                  <a:pt x="220" y="304"/>
                </a:moveTo>
                <a:cubicBezTo>
                  <a:pt x="0" y="304"/>
                  <a:pt x="0" y="304"/>
                  <a:pt x="0" y="304"/>
                </a:cubicBezTo>
                <a:cubicBezTo>
                  <a:pt x="0" y="0"/>
                  <a:pt x="0" y="0"/>
                  <a:pt x="0" y="0"/>
                </a:cubicBezTo>
                <a:cubicBezTo>
                  <a:pt x="76" y="56"/>
                  <a:pt x="158" y="93"/>
                  <a:pt x="246" y="111"/>
                </a:cubicBezTo>
                <a:cubicBezTo>
                  <a:pt x="243" y="183"/>
                  <a:pt x="235" y="247"/>
                  <a:pt x="220" y="304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813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1626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7439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3252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9065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94878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0691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26504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Text4">
            <a:extLst>
              <a:ext uri="{FF2B5EF4-FFF2-40B4-BE49-F238E27FC236}">
                <a16:creationId xmlns:a16="http://schemas.microsoft.com/office/drawing/2014/main" id="{5C42AC44-87BA-3018-A02F-09C038C92B37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4955498" y="4006516"/>
            <a:ext cx="1131396" cy="1392654"/>
          </a:xfrm>
          <a:custGeom>
            <a:cxnLst>
              <a:cxn ang="0">
                <a:pos x="221" y="0"/>
              </a:cxn>
              <a:cxn ang="0">
                <a:pos x="221" y="272"/>
              </a:cxn>
              <a:cxn ang="0">
                <a:pos x="0" y="0"/>
              </a:cxn>
              <a:cxn ang="0">
                <a:pos x="221" y="0"/>
              </a:cxn>
            </a:cxnLst>
            <a:rect l="0" t="0" r="r" b="b"/>
            <a:pathLst>
              <a:path w="221" h="272">
                <a:moveTo>
                  <a:pt x="221" y="0"/>
                </a:moveTo>
                <a:cubicBezTo>
                  <a:pt x="221" y="272"/>
                  <a:pt x="221" y="272"/>
                  <a:pt x="221" y="272"/>
                </a:cubicBezTo>
                <a:cubicBezTo>
                  <a:pt x="108" y="207"/>
                  <a:pt x="34" y="116"/>
                  <a:pt x="0" y="0"/>
                </a:cubicBezTo>
                <a:lnTo>
                  <a:pt x="221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813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1626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7439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3252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9065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94878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0691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26504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Text5">
            <a:extLst>
              <a:ext uri="{FF2B5EF4-FFF2-40B4-BE49-F238E27FC236}">
                <a16:creationId xmlns:a16="http://schemas.microsoft.com/office/drawing/2014/main" id="{EE481F1E-D883-A899-AE96-AD0B08B78DA0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68942" y="4006516"/>
            <a:ext cx="1107646" cy="1399131"/>
          </a:xfrm>
          <a:custGeom>
            <a:cxnLst>
              <a:cxn ang="0">
                <a:pos x="0" y="0"/>
              </a:cxn>
              <a:cxn ang="0">
                <a:pos x="216" y="0"/>
              </a:cxn>
              <a:cxn ang="0">
                <a:pos x="0" y="273"/>
              </a:cxn>
              <a:cxn ang="0">
                <a:pos x="0" y="0"/>
              </a:cxn>
            </a:cxnLst>
            <a:rect l="0" t="0" r="r" b="b"/>
            <a:pathLst>
              <a:path w="216" h="273">
                <a:moveTo>
                  <a:pt x="0" y="0"/>
                </a:moveTo>
                <a:cubicBezTo>
                  <a:pt x="216" y="0"/>
                  <a:pt x="216" y="0"/>
                  <a:pt x="216" y="0"/>
                </a:cubicBezTo>
                <a:cubicBezTo>
                  <a:pt x="178" y="134"/>
                  <a:pt x="106" y="225"/>
                  <a:pt x="0" y="2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813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1626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7439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63252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79065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94878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0691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26504" algn="l" defTabSz="1031626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7" name="Text6">
            <a:extLst>
              <a:ext uri="{FF2B5EF4-FFF2-40B4-BE49-F238E27FC236}">
                <a16:creationId xmlns:a16="http://schemas.microsoft.com/office/drawing/2014/main" id="{A4028151-0729-71CF-E57D-3CD64089B18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 flipV="1">
            <a:off x="3887977" y="4941781"/>
            <a:ext cx="1521843" cy="298333"/>
            <a:chOff x="2712812" y="1457456"/>
            <a:chExt cx="1118923" cy="223062"/>
          </a:xfrm>
        </p:grpSpPr>
        <p:cxnSp>
          <p:nvCxnSpPr>
            <p:cNvPr id="19" name="Straight Connector 37">
              <a:extLst>
                <a:ext uri="{FF2B5EF4-FFF2-40B4-BE49-F238E27FC236}">
                  <a16:creationId xmlns:a16="http://schemas.microsoft.com/office/drawing/2014/main" id="{CBDC64B5-BAC5-8FBA-EB5D-63B4E4F0561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8">
              <a:extLst>
                <a:ext uri="{FF2B5EF4-FFF2-40B4-BE49-F238E27FC236}">
                  <a16:creationId xmlns:a16="http://schemas.microsoft.com/office/drawing/2014/main" id="{2EAB0067-C887-5F1B-3E6D-93C8B3B62EA7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ln w="19050" cap="rnd">
              <a:solidFill>
                <a:schemeClr val="accent4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Text7">
            <a:extLst>
              <a:ext uri="{FF2B5EF4-FFF2-40B4-BE49-F238E27FC236}">
                <a16:creationId xmlns:a16="http://schemas.microsoft.com/office/drawing/2014/main" id="{72474C53-51CD-1B60-0585-7BA6B0B0CB8D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 flipH="1" flipV="1">
            <a:off x="6865312" y="4942861"/>
            <a:ext cx="1443491" cy="296173"/>
            <a:chOff x="2770419" y="1459071"/>
            <a:chExt cx="1061316" cy="221447"/>
          </a:xfrm>
        </p:grpSpPr>
        <p:cxnSp>
          <p:nvCxnSpPr>
            <p:cNvPr id="16" name="Straight Connector 40">
              <a:extLst>
                <a:ext uri="{FF2B5EF4-FFF2-40B4-BE49-F238E27FC236}">
                  <a16:creationId xmlns:a16="http://schemas.microsoft.com/office/drawing/2014/main" id="{544FDC2A-7A65-AFE0-A081-FA0C671EBC6F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41">
              <a:extLst>
                <a:ext uri="{FF2B5EF4-FFF2-40B4-BE49-F238E27FC236}">
                  <a16:creationId xmlns:a16="http://schemas.microsoft.com/office/drawing/2014/main" id="{3E85D7D0-F9E9-D22A-D892-D07BDFE48B0C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ln w="19050" cap="rnd">
              <a:solidFill>
                <a:schemeClr val="accent3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Text8">
            <a:extLst>
              <a:ext uri="{FF2B5EF4-FFF2-40B4-BE49-F238E27FC236}">
                <a16:creationId xmlns:a16="http://schemas.microsoft.com/office/drawing/2014/main" id="{2B70840A-5F41-DC07-2411-3D65106D69D3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3752850" y="2466007"/>
            <a:ext cx="1521843" cy="298333"/>
            <a:chOff x="2712812" y="1457456"/>
            <a:chExt cx="1118923" cy="223062"/>
          </a:xfrm>
        </p:grpSpPr>
        <p:cxnSp>
          <p:nvCxnSpPr>
            <p:cNvPr id="13" name="Straight Connector 43">
              <a:extLst>
                <a:ext uri="{FF2B5EF4-FFF2-40B4-BE49-F238E27FC236}">
                  <a16:creationId xmlns:a16="http://schemas.microsoft.com/office/drawing/2014/main" id="{56DE97CB-3C55-5F95-F76A-F5F3A0676E30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44">
              <a:extLst>
                <a:ext uri="{FF2B5EF4-FFF2-40B4-BE49-F238E27FC236}">
                  <a16:creationId xmlns:a16="http://schemas.microsoft.com/office/drawing/2014/main" id="{891204E1-6489-1963-62F2-92368FB9E16E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 rot="10800000" flipV="1">
              <a:off x="2712812" y="1457456"/>
              <a:ext cx="879870" cy="1615"/>
            </a:xfrm>
            <a:prstGeom prst="line">
              <a:avLst/>
            </a:prstGeom>
            <a:ln w="19050" cap="rnd">
              <a:solidFill>
                <a:schemeClr val="accent1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Text9">
            <a:extLst>
              <a:ext uri="{FF2B5EF4-FFF2-40B4-BE49-F238E27FC236}">
                <a16:creationId xmlns:a16="http://schemas.microsoft.com/office/drawing/2014/main" id="{E1BA0B42-9DD7-A2E1-59F1-358A036AAAAE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 flipH="1">
            <a:off x="6995659" y="2467087"/>
            <a:ext cx="1443491" cy="296173"/>
            <a:chOff x="2770419" y="1459071"/>
            <a:chExt cx="1061316" cy="221447"/>
          </a:xfrm>
        </p:grpSpPr>
        <p:cxnSp>
          <p:nvCxnSpPr>
            <p:cNvPr id="11" name="Straight Connector 46">
              <a:extLst>
                <a:ext uri="{FF2B5EF4-FFF2-40B4-BE49-F238E27FC236}">
                  <a16:creationId xmlns:a16="http://schemas.microsoft.com/office/drawing/2014/main" id="{EA25752B-75FB-4B13-6440-4253C63E600F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3592681" y="1460250"/>
              <a:ext cx="239054" cy="220268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47">
              <a:extLst>
                <a:ext uri="{FF2B5EF4-FFF2-40B4-BE49-F238E27FC236}">
                  <a16:creationId xmlns:a16="http://schemas.microsoft.com/office/drawing/2014/main" id="{EFE33828-5BCE-4FB4-B063-6752215BD6E5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2770419" y="1459071"/>
              <a:ext cx="822263" cy="2"/>
            </a:xfrm>
            <a:prstGeom prst="line">
              <a:avLst/>
            </a:prstGeom>
            <a:ln w="19050" cap="rnd">
              <a:solidFill>
                <a:schemeClr val="accent2"/>
              </a:solidFill>
              <a:prstDash val="solid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10">
            <a:extLst>
              <a:ext uri="{FF2B5EF4-FFF2-40B4-BE49-F238E27FC236}">
                <a16:creationId xmlns:a16="http://schemas.microsoft.com/office/drawing/2014/main" id="{DFC39369-D766-CC2B-C66B-C794949A9648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345096" y="1968276"/>
            <a:ext cx="3048699" cy="201208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PPT设计应遵循简洁性原则，避免信息过载。每张幻灯片应聚焦一个核心观点，使用简短的文字和清晰的视觉元素来传达信息。</a:t>
            </a:r>
          </a:p>
        </p:txBody>
      </p:sp>
      <p:sp>
        <p:nvSpPr>
          <p:cNvPr id="41" name="Text11">
            <a:extLst>
              <a:ext uri="{FF2B5EF4-FFF2-40B4-BE49-F238E27FC236}">
                <a16:creationId xmlns:a16="http://schemas.microsoft.com/office/drawing/2014/main" id="{0C72D414-3425-7446-7B1F-D4787FA76D6A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345096" y="1489416"/>
            <a:ext cx="3048699" cy="46037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简洁性原则</a:t>
            </a:r>
          </a:p>
        </p:txBody>
      </p:sp>
      <p:sp>
        <p:nvSpPr>
          <p:cNvPr id="42" name="Text12">
            <a:extLst>
              <a:ext uri="{FF2B5EF4-FFF2-40B4-BE49-F238E27FC236}">
                <a16:creationId xmlns:a16="http://schemas.microsoft.com/office/drawing/2014/main" id="{58CC07E2-7037-D636-A064-425A0B62BFC9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45096" y="4712611"/>
            <a:ext cx="3048699" cy="185581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尽量使用图表、图像和图标来代替纯文字。视觉化元素能够更直观地传达信息，提升观众的理解和记忆效果。</a:t>
            </a:r>
          </a:p>
        </p:txBody>
      </p:sp>
      <p:sp>
        <p:nvSpPr>
          <p:cNvPr id="43" name="Text13">
            <a:extLst>
              <a:ext uri="{FF2B5EF4-FFF2-40B4-BE49-F238E27FC236}">
                <a16:creationId xmlns:a16="http://schemas.microsoft.com/office/drawing/2014/main" id="{CE07384F-913D-2976-9CA6-E7EC6A10DF3E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345096" y="4158629"/>
            <a:ext cx="3048699" cy="46037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视觉化原则</a:t>
            </a:r>
          </a:p>
        </p:txBody>
      </p:sp>
      <p:sp>
        <p:nvSpPr>
          <p:cNvPr id="44" name="Text14">
            <a:extLst>
              <a:ext uri="{FF2B5EF4-FFF2-40B4-BE49-F238E27FC236}">
                <a16:creationId xmlns:a16="http://schemas.microsoft.com/office/drawing/2014/main" id="{97E22131-DD4A-9C45-DC78-D7548FD24A85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827470" y="1968276"/>
            <a:ext cx="3048699" cy="203823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保持PPT的整体风格一致，包括字体、颜色和布局。一致性有助于提升演示文稿的专业性和可读性，避免观众分散注意力。</a:t>
            </a:r>
          </a:p>
        </p:txBody>
      </p:sp>
      <p:sp>
        <p:nvSpPr>
          <p:cNvPr id="45" name="Text15">
            <a:extLst>
              <a:ext uri="{FF2B5EF4-FFF2-40B4-BE49-F238E27FC236}">
                <a16:creationId xmlns:a16="http://schemas.microsoft.com/office/drawing/2014/main" id="{2B66C869-AF03-63F5-7ECB-64471034A6E5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8827470" y="1478991"/>
            <a:ext cx="3048699" cy="46037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一致性原则</a:t>
            </a:r>
          </a:p>
        </p:txBody>
      </p:sp>
      <p:sp>
        <p:nvSpPr>
          <p:cNvPr id="46" name="Text16">
            <a:extLst>
              <a:ext uri="{FF2B5EF4-FFF2-40B4-BE49-F238E27FC236}">
                <a16:creationId xmlns:a16="http://schemas.microsoft.com/office/drawing/2014/main" id="{2061142B-7618-FE38-D6AE-8A82A4EEC5E4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8827470" y="4712611"/>
            <a:ext cx="3048699" cy="185581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适当使用动画和过渡效果，增强PPT的互动性。但需注意不要过度使用，以免分散观众的注意力或显得不专业。</a:t>
            </a:r>
          </a:p>
        </p:txBody>
      </p:sp>
      <p:sp>
        <p:nvSpPr>
          <p:cNvPr id="47" name="Text17">
            <a:extLst>
              <a:ext uri="{FF2B5EF4-FFF2-40B4-BE49-F238E27FC236}">
                <a16:creationId xmlns:a16="http://schemas.microsoft.com/office/drawing/2014/main" id="{0D9F0862-E65D-193C-057D-604FFAF45BB1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827470" y="4158629"/>
            <a:ext cx="3048699" cy="46037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互动性原则</a:t>
            </a:r>
          </a:p>
        </p:txBody>
      </p:sp>
      <p:grpSp>
        <p:nvGrpSpPr>
          <p:cNvPr id="58" name="Shape2">
            <a:extLst>
              <a:ext uri="{FF2B5EF4-FFF2-40B4-BE49-F238E27FC236}">
                <a16:creationId xmlns:a16="http://schemas.microsoft.com/office/drawing/2014/main" id="{551D3E83-8096-3CD8-2BBE-45282F10DDCE}"/>
              </a:ext>
            </a:extLst>
          </p:cNvPr>
          <p:cNvGrpSpPr>
            <a:grpSpLocks noChangeAspect="1"/>
          </p:cNvGrpSpPr>
          <p:nvPr>
            <p:custDataLst>
              <p:tags r:id="rId32"/>
            </p:custDataLst>
          </p:nvPr>
        </p:nvGrpSpPr>
        <p:grpSpPr>
          <a:xfrm>
            <a:off x="6475216" y="3144036"/>
            <a:ext cx="601995" cy="435568"/>
            <a:chOff x="6069013" y="-1522413"/>
            <a:chExt cx="4465637" cy="3573463"/>
          </a:xfrm>
          <a:solidFill>
            <a:schemeClr val="tx2"/>
          </a:solidFill>
        </p:grpSpPr>
        <p:sp>
          <p:nvSpPr>
            <p:cNvPr id="102" name="Freeform 14">
              <a:extLst>
                <a:ext uri="{FF2B5EF4-FFF2-40B4-BE49-F238E27FC236}">
                  <a16:creationId xmlns:a16="http://schemas.microsoft.com/office/drawing/2014/main" id="{0976C20E-86DB-BA2F-96D5-42923A68CF9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6069013" y="-1522413"/>
              <a:ext cx="4465637" cy="2979738"/>
            </a:xfrm>
            <a:custGeom>
              <a:gdLst>
                <a:gd name="T0" fmla="*/ 869 w 1188"/>
                <a:gd name="T1" fmla="*/ 792 h 792"/>
                <a:gd name="T2" fmla="*/ 830 w 1188"/>
                <a:gd name="T3" fmla="*/ 753 h 792"/>
                <a:gd name="T4" fmla="*/ 869 w 1188"/>
                <a:gd name="T5" fmla="*/ 713 h 792"/>
                <a:gd name="T6" fmla="*/ 949 w 1188"/>
                <a:gd name="T7" fmla="*/ 713 h 792"/>
                <a:gd name="T8" fmla="*/ 953 w 1188"/>
                <a:gd name="T9" fmla="*/ 713 h 792"/>
                <a:gd name="T10" fmla="*/ 955 w 1188"/>
                <a:gd name="T11" fmla="*/ 713 h 792"/>
                <a:gd name="T12" fmla="*/ 1109 w 1188"/>
                <a:gd name="T13" fmla="*/ 555 h 792"/>
                <a:gd name="T14" fmla="*/ 951 w 1188"/>
                <a:gd name="T15" fmla="*/ 396 h 792"/>
                <a:gd name="T16" fmla="*/ 915 w 1188"/>
                <a:gd name="T17" fmla="*/ 401 h 792"/>
                <a:gd name="T18" fmla="*/ 879 w 1188"/>
                <a:gd name="T19" fmla="*/ 391 h 792"/>
                <a:gd name="T20" fmla="*/ 867 w 1188"/>
                <a:gd name="T21" fmla="*/ 356 h 792"/>
                <a:gd name="T22" fmla="*/ 871 w 1188"/>
                <a:gd name="T23" fmla="*/ 317 h 792"/>
                <a:gd name="T24" fmla="*/ 634 w 1188"/>
                <a:gd name="T25" fmla="*/ 79 h 792"/>
                <a:gd name="T26" fmla="*/ 398 w 1188"/>
                <a:gd name="T27" fmla="*/ 296 h 792"/>
                <a:gd name="T28" fmla="*/ 380 w 1188"/>
                <a:gd name="T29" fmla="*/ 326 h 792"/>
                <a:gd name="T30" fmla="*/ 345 w 1188"/>
                <a:gd name="T31" fmla="*/ 330 h 792"/>
                <a:gd name="T32" fmla="*/ 277 w 1188"/>
                <a:gd name="T33" fmla="*/ 317 h 792"/>
                <a:gd name="T34" fmla="*/ 79 w 1188"/>
                <a:gd name="T35" fmla="*/ 515 h 792"/>
                <a:gd name="T36" fmla="*/ 272 w 1188"/>
                <a:gd name="T37" fmla="*/ 713 h 792"/>
                <a:gd name="T38" fmla="*/ 275 w 1188"/>
                <a:gd name="T39" fmla="*/ 713 h 792"/>
                <a:gd name="T40" fmla="*/ 295 w 1188"/>
                <a:gd name="T41" fmla="*/ 713 h 792"/>
                <a:gd name="T42" fmla="*/ 358 w 1188"/>
                <a:gd name="T43" fmla="*/ 713 h 792"/>
                <a:gd name="T44" fmla="*/ 398 w 1188"/>
                <a:gd name="T45" fmla="*/ 753 h 792"/>
                <a:gd name="T46" fmla="*/ 358 w 1188"/>
                <a:gd name="T47" fmla="*/ 792 h 792"/>
                <a:gd name="T48" fmla="*/ 282 w 1188"/>
                <a:gd name="T49" fmla="*/ 792 h 792"/>
                <a:gd name="T50" fmla="*/ 277 w 1188"/>
                <a:gd name="T51" fmla="*/ 792 h 792"/>
                <a:gd name="T52" fmla="*/ 0 w 1188"/>
                <a:gd name="T53" fmla="*/ 515 h 792"/>
                <a:gd name="T54" fmla="*/ 277 w 1188"/>
                <a:gd name="T55" fmla="*/ 238 h 792"/>
                <a:gd name="T56" fmla="*/ 327 w 1188"/>
                <a:gd name="T57" fmla="*/ 242 h 792"/>
                <a:gd name="T58" fmla="*/ 634 w 1188"/>
                <a:gd name="T59" fmla="*/ 0 h 792"/>
                <a:gd name="T60" fmla="*/ 950 w 1188"/>
                <a:gd name="T61" fmla="*/ 317 h 792"/>
                <a:gd name="T62" fmla="*/ 950 w 1188"/>
                <a:gd name="T63" fmla="*/ 317 h 792"/>
                <a:gd name="T64" fmla="*/ 951 w 1188"/>
                <a:gd name="T65" fmla="*/ 317 h 792"/>
                <a:gd name="T66" fmla="*/ 1188 w 1188"/>
                <a:gd name="T67" fmla="*/ 555 h 792"/>
                <a:gd name="T68" fmla="*/ 951 w 1188"/>
                <a:gd name="T69" fmla="*/ 792 h 792"/>
                <a:gd name="T70" fmla="*/ 946 w 1188"/>
                <a:gd name="T71" fmla="*/ 792 h 792"/>
                <a:gd name="T72" fmla="*/ 869 w 1188"/>
                <a:gd name="T73" fmla="*/ 792 h 7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8" h="792">
                  <a:moveTo>
                    <a:pt x="869" y="792"/>
                  </a:moveTo>
                  <a:cubicBezTo>
                    <a:pt x="847" y="792"/>
                    <a:pt x="830" y="775"/>
                    <a:pt x="830" y="753"/>
                  </a:cubicBezTo>
                  <a:cubicBezTo>
                    <a:pt x="830" y="731"/>
                    <a:pt x="847" y="713"/>
                    <a:pt x="869" y="713"/>
                  </a:cubicBezTo>
                  <a:cubicBezTo>
                    <a:pt x="949" y="713"/>
                    <a:pt x="949" y="713"/>
                    <a:pt x="949" y="713"/>
                  </a:cubicBezTo>
                  <a:cubicBezTo>
                    <a:pt x="950" y="713"/>
                    <a:pt x="952" y="713"/>
                    <a:pt x="953" y="713"/>
                  </a:cubicBezTo>
                  <a:cubicBezTo>
                    <a:pt x="954" y="713"/>
                    <a:pt x="955" y="713"/>
                    <a:pt x="955" y="713"/>
                  </a:cubicBezTo>
                  <a:cubicBezTo>
                    <a:pt x="1041" y="710"/>
                    <a:pt x="1109" y="640"/>
                    <a:pt x="1109" y="555"/>
                  </a:cubicBezTo>
                  <a:cubicBezTo>
                    <a:pt x="1109" y="467"/>
                    <a:pt x="1038" y="396"/>
                    <a:pt x="951" y="396"/>
                  </a:cubicBezTo>
                  <a:cubicBezTo>
                    <a:pt x="940" y="396"/>
                    <a:pt x="928" y="398"/>
                    <a:pt x="915" y="401"/>
                  </a:cubicBezTo>
                  <a:cubicBezTo>
                    <a:pt x="902" y="404"/>
                    <a:pt x="889" y="400"/>
                    <a:pt x="879" y="391"/>
                  </a:cubicBezTo>
                  <a:cubicBezTo>
                    <a:pt x="870" y="382"/>
                    <a:pt x="865" y="369"/>
                    <a:pt x="867" y="356"/>
                  </a:cubicBezTo>
                  <a:cubicBezTo>
                    <a:pt x="869" y="343"/>
                    <a:pt x="871" y="330"/>
                    <a:pt x="871" y="317"/>
                  </a:cubicBezTo>
                  <a:cubicBezTo>
                    <a:pt x="871" y="186"/>
                    <a:pt x="765" y="79"/>
                    <a:pt x="634" y="79"/>
                  </a:cubicBezTo>
                  <a:cubicBezTo>
                    <a:pt x="510" y="79"/>
                    <a:pt x="409" y="172"/>
                    <a:pt x="398" y="296"/>
                  </a:cubicBezTo>
                  <a:cubicBezTo>
                    <a:pt x="397" y="308"/>
                    <a:pt x="390" y="319"/>
                    <a:pt x="380" y="326"/>
                  </a:cubicBezTo>
                  <a:cubicBezTo>
                    <a:pt x="370" y="332"/>
                    <a:pt x="357" y="334"/>
                    <a:pt x="345" y="330"/>
                  </a:cubicBezTo>
                  <a:cubicBezTo>
                    <a:pt x="322" y="321"/>
                    <a:pt x="300" y="317"/>
                    <a:pt x="277" y="317"/>
                  </a:cubicBezTo>
                  <a:cubicBezTo>
                    <a:pt x="168" y="317"/>
                    <a:pt x="79" y="406"/>
                    <a:pt x="79" y="515"/>
                  </a:cubicBezTo>
                  <a:cubicBezTo>
                    <a:pt x="79" y="623"/>
                    <a:pt x="165" y="710"/>
                    <a:pt x="272" y="713"/>
                  </a:cubicBezTo>
                  <a:cubicBezTo>
                    <a:pt x="273" y="713"/>
                    <a:pt x="274" y="713"/>
                    <a:pt x="275" y="713"/>
                  </a:cubicBezTo>
                  <a:cubicBezTo>
                    <a:pt x="295" y="713"/>
                    <a:pt x="295" y="713"/>
                    <a:pt x="295" y="713"/>
                  </a:cubicBezTo>
                  <a:cubicBezTo>
                    <a:pt x="358" y="713"/>
                    <a:pt x="358" y="713"/>
                    <a:pt x="358" y="713"/>
                  </a:cubicBezTo>
                  <a:cubicBezTo>
                    <a:pt x="380" y="713"/>
                    <a:pt x="398" y="731"/>
                    <a:pt x="398" y="753"/>
                  </a:cubicBezTo>
                  <a:cubicBezTo>
                    <a:pt x="398" y="775"/>
                    <a:pt x="380" y="792"/>
                    <a:pt x="358" y="792"/>
                  </a:cubicBezTo>
                  <a:cubicBezTo>
                    <a:pt x="282" y="792"/>
                    <a:pt x="282" y="792"/>
                    <a:pt x="282" y="792"/>
                  </a:cubicBezTo>
                  <a:cubicBezTo>
                    <a:pt x="281" y="792"/>
                    <a:pt x="279" y="792"/>
                    <a:pt x="277" y="792"/>
                  </a:cubicBezTo>
                  <a:cubicBezTo>
                    <a:pt x="124" y="792"/>
                    <a:pt x="0" y="668"/>
                    <a:pt x="0" y="515"/>
                  </a:cubicBezTo>
                  <a:cubicBezTo>
                    <a:pt x="0" y="362"/>
                    <a:pt x="124" y="238"/>
                    <a:pt x="277" y="238"/>
                  </a:cubicBezTo>
                  <a:cubicBezTo>
                    <a:pt x="294" y="238"/>
                    <a:pt x="310" y="239"/>
                    <a:pt x="327" y="242"/>
                  </a:cubicBezTo>
                  <a:cubicBezTo>
                    <a:pt x="360" y="101"/>
                    <a:pt x="485" y="0"/>
                    <a:pt x="634" y="0"/>
                  </a:cubicBezTo>
                  <a:cubicBezTo>
                    <a:pt x="808" y="0"/>
                    <a:pt x="950" y="142"/>
                    <a:pt x="950" y="317"/>
                  </a:cubicBezTo>
                  <a:cubicBezTo>
                    <a:pt x="950" y="317"/>
                    <a:pt x="950" y="317"/>
                    <a:pt x="950" y="317"/>
                  </a:cubicBezTo>
                  <a:cubicBezTo>
                    <a:pt x="951" y="317"/>
                    <a:pt x="951" y="317"/>
                    <a:pt x="951" y="317"/>
                  </a:cubicBezTo>
                  <a:cubicBezTo>
                    <a:pt x="1082" y="317"/>
                    <a:pt x="1188" y="424"/>
                    <a:pt x="1188" y="555"/>
                  </a:cubicBezTo>
                  <a:cubicBezTo>
                    <a:pt x="1188" y="686"/>
                    <a:pt x="1082" y="792"/>
                    <a:pt x="951" y="792"/>
                  </a:cubicBezTo>
                  <a:cubicBezTo>
                    <a:pt x="949" y="792"/>
                    <a:pt x="947" y="792"/>
                    <a:pt x="946" y="792"/>
                  </a:cubicBezTo>
                  <a:lnTo>
                    <a:pt x="869" y="7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5">
              <a:extLst>
                <a:ext uri="{FF2B5EF4-FFF2-40B4-BE49-F238E27FC236}">
                  <a16:creationId xmlns:a16="http://schemas.microsoft.com/office/drawing/2014/main" id="{68A313A1-5254-F0CA-B1AD-4970A598A57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auto">
            <a:xfrm>
              <a:off x="7707313" y="-479425"/>
              <a:ext cx="1484312" cy="2530475"/>
            </a:xfrm>
            <a:custGeom>
              <a:gdLst>
                <a:gd name="T0" fmla="*/ 935 w 935"/>
                <a:gd name="T1" fmla="*/ 656 h 1594"/>
                <a:gd name="T2" fmla="*/ 561 w 935"/>
                <a:gd name="T3" fmla="*/ 656 h 1594"/>
                <a:gd name="T4" fmla="*/ 561 w 935"/>
                <a:gd name="T5" fmla="*/ 0 h 1594"/>
                <a:gd name="T6" fmla="*/ 0 w 935"/>
                <a:gd name="T7" fmla="*/ 940 h 1594"/>
                <a:gd name="T8" fmla="*/ 374 w 935"/>
                <a:gd name="T9" fmla="*/ 940 h 1594"/>
                <a:gd name="T10" fmla="*/ 374 w 935"/>
                <a:gd name="T11" fmla="*/ 1594 h 1594"/>
                <a:gd name="T12" fmla="*/ 935 w 935"/>
                <a:gd name="T13" fmla="*/ 656 h 15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5" h="1594">
                  <a:moveTo>
                    <a:pt x="935" y="656"/>
                  </a:moveTo>
                  <a:lnTo>
                    <a:pt x="561" y="656"/>
                  </a:lnTo>
                  <a:lnTo>
                    <a:pt x="561" y="0"/>
                  </a:lnTo>
                  <a:lnTo>
                    <a:pt x="0" y="940"/>
                  </a:lnTo>
                  <a:lnTo>
                    <a:pt x="374" y="940"/>
                  </a:lnTo>
                  <a:lnTo>
                    <a:pt x="374" y="1594"/>
                  </a:lnTo>
                  <a:lnTo>
                    <a:pt x="935" y="6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5" name="Shape3">
            <a:extLst>
              <a:ext uri="{FF2B5EF4-FFF2-40B4-BE49-F238E27FC236}">
                <a16:creationId xmlns:a16="http://schemas.microsoft.com/office/drawing/2014/main" id="{48C37C2F-53A3-1567-C99E-307A76B2DD81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6285827" y="4244715"/>
            <a:ext cx="610336" cy="611782"/>
          </a:xfrm>
          <a:custGeom>
            <a:gdLst>
              <a:gd name="connsiteX0" fmla="*/ 39848 w 474113"/>
              <a:gd name="connsiteY0" fmla="*/ 275291 h 475235"/>
              <a:gd name="connsiteX1" fmla="*/ 36555 w 474113"/>
              <a:gd name="connsiteY1" fmla="*/ 275291 h 475235"/>
              <a:gd name="connsiteX2" fmla="*/ 0 w 474113"/>
              <a:gd name="connsiteY2" fmla="*/ 238730 h 475235"/>
              <a:gd name="connsiteX3" fmla="*/ 36555 w 474113"/>
              <a:gd name="connsiteY3" fmla="*/ 202170 h 475235"/>
              <a:gd name="connsiteX4" fmla="*/ 39848 w 474113"/>
              <a:gd name="connsiteY4" fmla="*/ 202170 h 475235"/>
              <a:gd name="connsiteX5" fmla="*/ 201088 w 474113"/>
              <a:gd name="connsiteY5" fmla="*/ 40965 h 475235"/>
              <a:gd name="connsiteX6" fmla="*/ 201088 w 474113"/>
              <a:gd name="connsiteY6" fmla="*/ 37672 h 475235"/>
              <a:gd name="connsiteX7" fmla="*/ 219029 w 474113"/>
              <a:gd name="connsiteY7" fmla="*/ 5083 h 475235"/>
              <a:gd name="connsiteX8" fmla="*/ 256229 w 474113"/>
              <a:gd name="connsiteY8" fmla="*/ 5083 h 475235"/>
              <a:gd name="connsiteX9" fmla="*/ 274169 w 474113"/>
              <a:gd name="connsiteY9" fmla="*/ 37672 h 475235"/>
              <a:gd name="connsiteX10" fmla="*/ 274169 w 474113"/>
              <a:gd name="connsiteY10" fmla="*/ 40965 h 475235"/>
              <a:gd name="connsiteX11" fmla="*/ 435374 w 474113"/>
              <a:gd name="connsiteY11" fmla="*/ 202204 h 475235"/>
              <a:gd name="connsiteX12" fmla="*/ 438667 w 474113"/>
              <a:gd name="connsiteY12" fmla="*/ 202204 h 475235"/>
              <a:gd name="connsiteX13" fmla="*/ 474113 w 474113"/>
              <a:gd name="connsiteY13" fmla="*/ 238748 h 475235"/>
              <a:gd name="connsiteX14" fmla="*/ 438667 w 474113"/>
              <a:gd name="connsiteY14" fmla="*/ 275291 h 475235"/>
              <a:gd name="connsiteX15" fmla="*/ 435374 w 474113"/>
              <a:gd name="connsiteY15" fmla="*/ 275291 h 475235"/>
              <a:gd name="connsiteX16" fmla="*/ 274134 w 474113"/>
              <a:gd name="connsiteY16" fmla="*/ 436496 h 475235"/>
              <a:gd name="connsiteX17" fmla="*/ 274134 w 474113"/>
              <a:gd name="connsiteY17" fmla="*/ 439789 h 475235"/>
              <a:gd name="connsiteX18" fmla="*/ 237591 w 474113"/>
              <a:gd name="connsiteY18" fmla="*/ 475235 h 475235"/>
              <a:gd name="connsiteX19" fmla="*/ 201047 w 474113"/>
              <a:gd name="connsiteY19" fmla="*/ 439789 h 475235"/>
              <a:gd name="connsiteX20" fmla="*/ 201047 w 474113"/>
              <a:gd name="connsiteY20" fmla="*/ 436496 h 475235"/>
              <a:gd name="connsiteX21" fmla="*/ 39842 w 474113"/>
              <a:gd name="connsiteY21" fmla="*/ 275257 h 475235"/>
              <a:gd name="connsiteX22" fmla="*/ 39842 w 474113"/>
              <a:gd name="connsiteY22" fmla="*/ 275291 h 475235"/>
              <a:gd name="connsiteX23" fmla="*/ 237614 w 474113"/>
              <a:gd name="connsiteY23" fmla="*/ 348378 h 475235"/>
              <a:gd name="connsiteX24" fmla="*/ 347291 w 474113"/>
              <a:gd name="connsiteY24" fmla="*/ 238701 h 475235"/>
              <a:gd name="connsiteX25" fmla="*/ 237614 w 474113"/>
              <a:gd name="connsiteY25" fmla="*/ 129025 h 475235"/>
              <a:gd name="connsiteX26" fmla="*/ 127937 w 474113"/>
              <a:gd name="connsiteY26" fmla="*/ 238701 h 475235"/>
              <a:gd name="connsiteX27" fmla="*/ 237614 w 474113"/>
              <a:gd name="connsiteY27" fmla="*/ 348378 h 475235"/>
              <a:gd name="connsiteX28" fmla="*/ 237614 w 474113"/>
              <a:gd name="connsiteY28" fmla="*/ 348378 h 475235"/>
              <a:gd name="connsiteX29" fmla="*/ 237614 w 474113"/>
              <a:gd name="connsiteY29" fmla="*/ 311817 h 475235"/>
              <a:gd name="connsiteX30" fmla="*/ 174273 w 474113"/>
              <a:gd name="connsiteY30" fmla="*/ 275286 h 475235"/>
              <a:gd name="connsiteX31" fmla="*/ 174238 w 474113"/>
              <a:gd name="connsiteY31" fmla="*/ 202170 h 475235"/>
              <a:gd name="connsiteX32" fmla="*/ 237544 w 474113"/>
              <a:gd name="connsiteY32" fmla="*/ 165580 h 475235"/>
              <a:gd name="connsiteX33" fmla="*/ 310713 w 474113"/>
              <a:gd name="connsiteY33" fmla="*/ 238678 h 475235"/>
              <a:gd name="connsiteX34" fmla="*/ 237614 w 474113"/>
              <a:gd name="connsiteY34" fmla="*/ 311846 h 475235"/>
              <a:gd name="connsiteX35" fmla="*/ 237614 w 474113"/>
              <a:gd name="connsiteY35" fmla="*/ 311812 h 47523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74113" h="475235">
                <a:moveTo>
                  <a:pt x="39848" y="275291"/>
                </a:moveTo>
                <a:lnTo>
                  <a:pt x="36555" y="275291"/>
                </a:lnTo>
                <a:cubicBezTo>
                  <a:pt x="16367" y="275291"/>
                  <a:pt x="0" y="258925"/>
                  <a:pt x="0" y="238730"/>
                </a:cubicBezTo>
                <a:cubicBezTo>
                  <a:pt x="0" y="218536"/>
                  <a:pt x="16367" y="202170"/>
                  <a:pt x="36555" y="202170"/>
                </a:cubicBezTo>
                <a:lnTo>
                  <a:pt x="39848" y="202170"/>
                </a:lnTo>
                <a:cubicBezTo>
                  <a:pt x="55036" y="120237"/>
                  <a:pt x="119150" y="56141"/>
                  <a:pt x="201088" y="40965"/>
                </a:cubicBezTo>
                <a:lnTo>
                  <a:pt x="201088" y="37672"/>
                </a:lnTo>
                <a:cubicBezTo>
                  <a:pt x="200681" y="24354"/>
                  <a:pt x="207558" y="11867"/>
                  <a:pt x="219029" y="5083"/>
                </a:cubicBezTo>
                <a:cubicBezTo>
                  <a:pt x="230499" y="-1694"/>
                  <a:pt x="244758" y="-1694"/>
                  <a:pt x="256229" y="5083"/>
                </a:cubicBezTo>
                <a:cubicBezTo>
                  <a:pt x="267699" y="11867"/>
                  <a:pt x="274576" y="24354"/>
                  <a:pt x="274169" y="37672"/>
                </a:cubicBezTo>
                <a:lnTo>
                  <a:pt x="274169" y="40965"/>
                </a:lnTo>
                <a:cubicBezTo>
                  <a:pt x="356102" y="56158"/>
                  <a:pt x="420204" y="120266"/>
                  <a:pt x="435374" y="202204"/>
                </a:cubicBezTo>
                <a:lnTo>
                  <a:pt x="438667" y="202204"/>
                </a:lnTo>
                <a:cubicBezTo>
                  <a:pt x="458414" y="202808"/>
                  <a:pt x="474113" y="218989"/>
                  <a:pt x="474113" y="238748"/>
                </a:cubicBezTo>
                <a:cubicBezTo>
                  <a:pt x="474113" y="258506"/>
                  <a:pt x="458414" y="274687"/>
                  <a:pt x="438667" y="275291"/>
                </a:cubicBezTo>
                <a:lnTo>
                  <a:pt x="435374" y="275291"/>
                </a:lnTo>
                <a:cubicBezTo>
                  <a:pt x="420181" y="357224"/>
                  <a:pt x="356073" y="421326"/>
                  <a:pt x="274134" y="436496"/>
                </a:cubicBezTo>
                <a:lnTo>
                  <a:pt x="274134" y="439789"/>
                </a:lnTo>
                <a:cubicBezTo>
                  <a:pt x="273530" y="459536"/>
                  <a:pt x="257349" y="475235"/>
                  <a:pt x="237591" y="475235"/>
                </a:cubicBezTo>
                <a:cubicBezTo>
                  <a:pt x="217832" y="475235"/>
                  <a:pt x="201651" y="459536"/>
                  <a:pt x="201047" y="439789"/>
                </a:cubicBezTo>
                <a:lnTo>
                  <a:pt x="201047" y="436496"/>
                </a:lnTo>
                <a:cubicBezTo>
                  <a:pt x="119115" y="421303"/>
                  <a:pt x="55013" y="357195"/>
                  <a:pt x="39842" y="275257"/>
                </a:cubicBezTo>
                <a:lnTo>
                  <a:pt x="39842" y="275291"/>
                </a:lnTo>
                <a:close/>
                <a:moveTo>
                  <a:pt x="237614" y="348378"/>
                </a:moveTo>
                <a:cubicBezTo>
                  <a:pt x="298185" y="348378"/>
                  <a:pt x="347291" y="299272"/>
                  <a:pt x="347291" y="238701"/>
                </a:cubicBezTo>
                <a:cubicBezTo>
                  <a:pt x="347291" y="178131"/>
                  <a:pt x="298185" y="129025"/>
                  <a:pt x="237614" y="129025"/>
                </a:cubicBezTo>
                <a:cubicBezTo>
                  <a:pt x="177043" y="129025"/>
                  <a:pt x="127937" y="178131"/>
                  <a:pt x="127937" y="238701"/>
                </a:cubicBezTo>
                <a:cubicBezTo>
                  <a:pt x="127937" y="299272"/>
                  <a:pt x="177043" y="348378"/>
                  <a:pt x="237614" y="348378"/>
                </a:cubicBezTo>
                <a:lnTo>
                  <a:pt x="237614" y="348378"/>
                </a:lnTo>
                <a:close/>
                <a:moveTo>
                  <a:pt x="237614" y="311817"/>
                </a:moveTo>
                <a:cubicBezTo>
                  <a:pt x="211490" y="311829"/>
                  <a:pt x="187346" y="297902"/>
                  <a:pt x="174273" y="275286"/>
                </a:cubicBezTo>
                <a:cubicBezTo>
                  <a:pt x="161199" y="252670"/>
                  <a:pt x="161188" y="224797"/>
                  <a:pt x="174238" y="202170"/>
                </a:cubicBezTo>
                <a:cubicBezTo>
                  <a:pt x="187288" y="179542"/>
                  <a:pt x="211420" y="165591"/>
                  <a:pt x="237544" y="165580"/>
                </a:cubicBezTo>
                <a:cubicBezTo>
                  <a:pt x="277933" y="165562"/>
                  <a:pt x="310695" y="198290"/>
                  <a:pt x="310713" y="238678"/>
                </a:cubicBezTo>
                <a:cubicBezTo>
                  <a:pt x="310730" y="279072"/>
                  <a:pt x="278002" y="311829"/>
                  <a:pt x="237614" y="311846"/>
                </a:cubicBezTo>
                <a:lnTo>
                  <a:pt x="237614" y="311812"/>
                </a:lnTo>
                <a:close/>
              </a:path>
            </a:pathLst>
          </a:custGeom>
          <a:solidFill>
            <a:schemeClr val="tx2"/>
          </a:solidFill>
          <a:ln w="57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106" name="Shape4">
            <a:extLst>
              <a:ext uri="{FF2B5EF4-FFF2-40B4-BE49-F238E27FC236}">
                <a16:creationId xmlns:a16="http://schemas.microsoft.com/office/drawing/2014/main" id="{F4EB34AB-4E6B-29F2-2DB1-A178CCBF01C2}"/>
              </a:ext>
            </a:extLst>
          </p:cNvPr>
          <p:cNvGrpSpPr>
            <a:grpSpLocks noChangeAspect="1"/>
          </p:cNvGrpSpPr>
          <p:nvPr>
            <p:custDataLst>
              <p:tags r:id="rId36"/>
            </p:custDataLst>
          </p:nvPr>
        </p:nvGrpSpPr>
        <p:grpSpPr>
          <a:xfrm>
            <a:off x="5485137" y="4298821"/>
            <a:ext cx="482426" cy="544461"/>
            <a:chOff x="3175" y="3176"/>
            <a:chExt cx="2320925" cy="2619374"/>
          </a:xfrm>
          <a:solidFill>
            <a:schemeClr val="tx2"/>
          </a:solidFill>
        </p:grpSpPr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21B3D380-7BEC-770B-5F48-4E8D3AF8B74B}"/>
                </a:ext>
              </a:extLst>
            </p:cNvPr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168275" y="3176"/>
              <a:ext cx="1990725" cy="1990726"/>
            </a:xfrm>
            <a:custGeom>
              <a:gdLst>
                <a:gd name="T0" fmla="*/ 264 w 528"/>
                <a:gd name="T1" fmla="*/ 528 h 528"/>
                <a:gd name="T2" fmla="*/ 528 w 528"/>
                <a:gd name="T3" fmla="*/ 264 h 528"/>
                <a:gd name="T4" fmla="*/ 264 w 528"/>
                <a:gd name="T5" fmla="*/ 0 h 528"/>
                <a:gd name="T6" fmla="*/ 0 w 528"/>
                <a:gd name="T7" fmla="*/ 264 h 528"/>
                <a:gd name="T8" fmla="*/ 264 w 528"/>
                <a:gd name="T9" fmla="*/ 528 h 528"/>
                <a:gd name="T10" fmla="*/ 264 w 528"/>
                <a:gd name="T11" fmla="*/ 484 h 528"/>
                <a:gd name="T12" fmla="*/ 71 w 528"/>
                <a:gd name="T13" fmla="*/ 370 h 528"/>
                <a:gd name="T14" fmla="*/ 73 w 528"/>
                <a:gd name="T15" fmla="*/ 369 h 528"/>
                <a:gd name="T16" fmla="*/ 92 w 528"/>
                <a:gd name="T17" fmla="*/ 352 h 528"/>
                <a:gd name="T18" fmla="*/ 104 w 528"/>
                <a:gd name="T19" fmla="*/ 312 h 528"/>
                <a:gd name="T20" fmla="*/ 304 w 528"/>
                <a:gd name="T21" fmla="*/ 385 h 528"/>
                <a:gd name="T22" fmla="*/ 321 w 528"/>
                <a:gd name="T23" fmla="*/ 385 h 528"/>
                <a:gd name="T24" fmla="*/ 461 w 528"/>
                <a:gd name="T25" fmla="*/ 361 h 528"/>
                <a:gd name="T26" fmla="*/ 264 w 528"/>
                <a:gd name="T27" fmla="*/ 484 h 528"/>
                <a:gd name="T28" fmla="*/ 264 w 528"/>
                <a:gd name="T29" fmla="*/ 44 h 528"/>
                <a:gd name="T30" fmla="*/ 484 w 528"/>
                <a:gd name="T31" fmla="*/ 264 h 528"/>
                <a:gd name="T32" fmla="*/ 472 w 528"/>
                <a:gd name="T33" fmla="*/ 334 h 528"/>
                <a:gd name="T34" fmla="*/ 305 w 528"/>
                <a:gd name="T35" fmla="*/ 363 h 528"/>
                <a:gd name="T36" fmla="*/ 107 w 528"/>
                <a:gd name="T37" fmla="*/ 283 h 528"/>
                <a:gd name="T38" fmla="*/ 95 w 528"/>
                <a:gd name="T39" fmla="*/ 279 h 528"/>
                <a:gd name="T40" fmla="*/ 87 w 528"/>
                <a:gd name="T41" fmla="*/ 287 h 528"/>
                <a:gd name="T42" fmla="*/ 72 w 528"/>
                <a:gd name="T43" fmla="*/ 343 h 528"/>
                <a:gd name="T44" fmla="*/ 67 w 528"/>
                <a:gd name="T45" fmla="*/ 348 h 528"/>
                <a:gd name="T46" fmla="*/ 60 w 528"/>
                <a:gd name="T47" fmla="*/ 347 h 528"/>
                <a:gd name="T48" fmla="*/ 44 w 528"/>
                <a:gd name="T49" fmla="*/ 264 h 528"/>
                <a:gd name="T50" fmla="*/ 264 w 528"/>
                <a:gd name="T51" fmla="*/ 44 h 52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8" h="528">
                  <a:moveTo>
                    <a:pt x="264" y="528"/>
                  </a:moveTo>
                  <a:cubicBezTo>
                    <a:pt x="410" y="528"/>
                    <a:pt x="528" y="410"/>
                    <a:pt x="528" y="264"/>
                  </a:cubicBezTo>
                  <a:cubicBezTo>
                    <a:pt x="528" y="118"/>
                    <a:pt x="410" y="0"/>
                    <a:pt x="264" y="0"/>
                  </a:cubicBezTo>
                  <a:cubicBezTo>
                    <a:pt x="118" y="0"/>
                    <a:pt x="0" y="118"/>
                    <a:pt x="0" y="264"/>
                  </a:cubicBezTo>
                  <a:cubicBezTo>
                    <a:pt x="0" y="410"/>
                    <a:pt x="118" y="528"/>
                    <a:pt x="264" y="528"/>
                  </a:cubicBezTo>
                  <a:close/>
                  <a:moveTo>
                    <a:pt x="264" y="484"/>
                  </a:moveTo>
                  <a:cubicBezTo>
                    <a:pt x="181" y="484"/>
                    <a:pt x="108" y="438"/>
                    <a:pt x="71" y="370"/>
                  </a:cubicBezTo>
                  <a:cubicBezTo>
                    <a:pt x="72" y="369"/>
                    <a:pt x="72" y="369"/>
                    <a:pt x="73" y="369"/>
                  </a:cubicBezTo>
                  <a:cubicBezTo>
                    <a:pt x="79" y="367"/>
                    <a:pt x="87" y="363"/>
                    <a:pt x="92" y="352"/>
                  </a:cubicBezTo>
                  <a:cubicBezTo>
                    <a:pt x="97" y="340"/>
                    <a:pt x="101" y="324"/>
                    <a:pt x="104" y="312"/>
                  </a:cubicBezTo>
                  <a:cubicBezTo>
                    <a:pt x="130" y="335"/>
                    <a:pt x="191" y="377"/>
                    <a:pt x="304" y="385"/>
                  </a:cubicBezTo>
                  <a:cubicBezTo>
                    <a:pt x="309" y="385"/>
                    <a:pt x="315" y="385"/>
                    <a:pt x="321" y="385"/>
                  </a:cubicBezTo>
                  <a:cubicBezTo>
                    <a:pt x="371" y="385"/>
                    <a:pt x="426" y="372"/>
                    <a:pt x="461" y="361"/>
                  </a:cubicBezTo>
                  <a:cubicBezTo>
                    <a:pt x="425" y="434"/>
                    <a:pt x="350" y="484"/>
                    <a:pt x="264" y="484"/>
                  </a:cubicBezTo>
                  <a:close/>
                  <a:moveTo>
                    <a:pt x="264" y="44"/>
                  </a:moveTo>
                  <a:cubicBezTo>
                    <a:pt x="385" y="44"/>
                    <a:pt x="484" y="143"/>
                    <a:pt x="484" y="264"/>
                  </a:cubicBezTo>
                  <a:cubicBezTo>
                    <a:pt x="484" y="289"/>
                    <a:pt x="480" y="312"/>
                    <a:pt x="472" y="334"/>
                  </a:cubicBezTo>
                  <a:cubicBezTo>
                    <a:pt x="438" y="345"/>
                    <a:pt x="364" y="367"/>
                    <a:pt x="305" y="363"/>
                  </a:cubicBezTo>
                  <a:cubicBezTo>
                    <a:pt x="161" y="352"/>
                    <a:pt x="107" y="283"/>
                    <a:pt x="107" y="283"/>
                  </a:cubicBezTo>
                  <a:cubicBezTo>
                    <a:pt x="104" y="279"/>
                    <a:pt x="99" y="278"/>
                    <a:pt x="95" y="279"/>
                  </a:cubicBezTo>
                  <a:cubicBezTo>
                    <a:pt x="91" y="280"/>
                    <a:pt x="88" y="283"/>
                    <a:pt x="87" y="287"/>
                  </a:cubicBezTo>
                  <a:cubicBezTo>
                    <a:pt x="87" y="288"/>
                    <a:pt x="81" y="323"/>
                    <a:pt x="72" y="343"/>
                  </a:cubicBezTo>
                  <a:cubicBezTo>
                    <a:pt x="70" y="347"/>
                    <a:pt x="68" y="348"/>
                    <a:pt x="67" y="348"/>
                  </a:cubicBezTo>
                  <a:cubicBezTo>
                    <a:pt x="65" y="348"/>
                    <a:pt x="63" y="348"/>
                    <a:pt x="60" y="347"/>
                  </a:cubicBezTo>
                  <a:cubicBezTo>
                    <a:pt x="50" y="322"/>
                    <a:pt x="44" y="294"/>
                    <a:pt x="44" y="264"/>
                  </a:cubicBezTo>
                  <a:cubicBezTo>
                    <a:pt x="44" y="143"/>
                    <a:pt x="142" y="44"/>
                    <a:pt x="26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6">
              <a:extLst>
                <a:ext uri="{FF2B5EF4-FFF2-40B4-BE49-F238E27FC236}">
                  <a16:creationId xmlns:a16="http://schemas.microsoft.com/office/drawing/2014/main" id="{C4E1321F-42B3-8F2E-DE52-05C18BEA772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auto">
            <a:xfrm>
              <a:off x="3175" y="1698627"/>
              <a:ext cx="2320925" cy="923923"/>
            </a:xfrm>
            <a:custGeom>
              <a:gdLst>
                <a:gd name="T0" fmla="*/ 541 w 616"/>
                <a:gd name="T1" fmla="*/ 7 h 245"/>
                <a:gd name="T2" fmla="*/ 510 w 616"/>
                <a:gd name="T3" fmla="*/ 12 h 245"/>
                <a:gd name="T4" fmla="*/ 515 w 616"/>
                <a:gd name="T5" fmla="*/ 43 h 245"/>
                <a:gd name="T6" fmla="*/ 572 w 616"/>
                <a:gd name="T7" fmla="*/ 113 h 245"/>
                <a:gd name="T8" fmla="*/ 308 w 616"/>
                <a:gd name="T9" fmla="*/ 201 h 245"/>
                <a:gd name="T10" fmla="*/ 44 w 616"/>
                <a:gd name="T11" fmla="*/ 113 h 245"/>
                <a:gd name="T12" fmla="*/ 101 w 616"/>
                <a:gd name="T13" fmla="*/ 43 h 245"/>
                <a:gd name="T14" fmla="*/ 105 w 616"/>
                <a:gd name="T15" fmla="*/ 12 h 245"/>
                <a:gd name="T16" fmla="*/ 75 w 616"/>
                <a:gd name="T17" fmla="*/ 7 h 245"/>
                <a:gd name="T18" fmla="*/ 0 w 616"/>
                <a:gd name="T19" fmla="*/ 113 h 245"/>
                <a:gd name="T20" fmla="*/ 308 w 616"/>
                <a:gd name="T21" fmla="*/ 245 h 245"/>
                <a:gd name="T22" fmla="*/ 616 w 616"/>
                <a:gd name="T23" fmla="*/ 113 h 245"/>
                <a:gd name="T24" fmla="*/ 541 w 616"/>
                <a:gd name="T25" fmla="*/ 7 h 245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6" h="245">
                  <a:moveTo>
                    <a:pt x="541" y="7"/>
                  </a:moveTo>
                  <a:cubicBezTo>
                    <a:pt x="531" y="0"/>
                    <a:pt x="517" y="2"/>
                    <a:pt x="510" y="12"/>
                  </a:cubicBezTo>
                  <a:cubicBezTo>
                    <a:pt x="503" y="22"/>
                    <a:pt x="505" y="36"/>
                    <a:pt x="515" y="43"/>
                  </a:cubicBezTo>
                  <a:cubicBezTo>
                    <a:pt x="555" y="72"/>
                    <a:pt x="572" y="88"/>
                    <a:pt x="572" y="113"/>
                  </a:cubicBezTo>
                  <a:cubicBezTo>
                    <a:pt x="572" y="177"/>
                    <a:pt x="498" y="201"/>
                    <a:pt x="308" y="201"/>
                  </a:cubicBezTo>
                  <a:cubicBezTo>
                    <a:pt x="118" y="201"/>
                    <a:pt x="44" y="177"/>
                    <a:pt x="44" y="113"/>
                  </a:cubicBezTo>
                  <a:cubicBezTo>
                    <a:pt x="44" y="88"/>
                    <a:pt x="60" y="72"/>
                    <a:pt x="101" y="43"/>
                  </a:cubicBezTo>
                  <a:cubicBezTo>
                    <a:pt x="110" y="36"/>
                    <a:pt x="113" y="22"/>
                    <a:pt x="105" y="12"/>
                  </a:cubicBezTo>
                  <a:cubicBezTo>
                    <a:pt x="98" y="2"/>
                    <a:pt x="85" y="0"/>
                    <a:pt x="75" y="7"/>
                  </a:cubicBezTo>
                  <a:cubicBezTo>
                    <a:pt x="40" y="33"/>
                    <a:pt x="0" y="62"/>
                    <a:pt x="0" y="113"/>
                  </a:cubicBezTo>
                  <a:cubicBezTo>
                    <a:pt x="0" y="235"/>
                    <a:pt x="159" y="245"/>
                    <a:pt x="308" y="245"/>
                  </a:cubicBezTo>
                  <a:cubicBezTo>
                    <a:pt x="457" y="245"/>
                    <a:pt x="616" y="235"/>
                    <a:pt x="616" y="113"/>
                  </a:cubicBezTo>
                  <a:cubicBezTo>
                    <a:pt x="616" y="62"/>
                    <a:pt x="576" y="33"/>
                    <a:pt x="54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9" name="Shape5">
            <a:extLst>
              <a:ext uri="{FF2B5EF4-FFF2-40B4-BE49-F238E27FC236}">
                <a16:creationId xmlns:a16="http://schemas.microsoft.com/office/drawing/2014/main" id="{ACD36340-BDD8-3D18-5E26-48C3610553C5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39">
            <a:extLst>
              <a:ext uri="{96DAC541-7B7A-43D3-8B79-37D633B846F1}"/>
            </a:extLst>
          </a:blip>
          <a:stretch>
            <a:fillRect/>
          </a:stretch>
        </p:blipFill>
        <p:spPr>
          <a:xfrm>
            <a:off x="5298192" y="3144036"/>
            <a:ext cx="437514" cy="435568"/>
          </a:xfrm>
          <a:prstGeom prst="rect">
            <a:avLst/>
          </a:prstGeom>
        </p:spPr>
      </p:pic>
    </p:spTree>
    <p:custDataLst>
      <p:custData r:id="rId42"/>
      <p:tags r:id="rId43"/>
    </p:custDataLst>
    <p:extLst>
      <p:ext uri="{BB962C8B-B14F-4D97-AF65-F5344CB8AC3E}">
        <p14:creationId val="62718532"/>
      </p:ext>
    </p:extLst>
  </p:cSld>
  <p:clrMapOvr>
    <a:masterClrMapping/>
  </p:clrMapOvr>
</p:sld>
</file>

<file path=ppt/slides/slide6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Text1"/>
          <p:cNvSpPr/>
          <p:nvPr>
            <p:custDataLst>
              <p:tags r:id="rId3"/>
            </p:custDataLst>
          </p:nvPr>
        </p:nvSpPr>
        <p:spPr>
          <a:xfrm>
            <a:off x="5559707" y="728328"/>
            <a:ext cx="6632294" cy="5383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id-ID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1"/>
          <p:cNvSpPr/>
          <p:nvPr>
            <p:custDataLst>
              <p:tags r:id="rId4"/>
            </p:custDataLst>
          </p:nvPr>
        </p:nvSpPr>
        <p:spPr>
          <a:xfrm>
            <a:off x="0" y="728328"/>
            <a:ext cx="5559707" cy="5383105"/>
          </a:xfrm>
          <a:prstGeom prst="rect">
            <a:avLst/>
          </a:prstGeom>
          <a:blipFill>
            <a:blip r:embed="rId5"/>
            <a:stretch>
              <a:fillRect l="-22646" r="-226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0" y="728327"/>
            <a:ext cx="4109013" cy="5383105"/>
          </a:xfrm>
          <a:prstGeom prst="rect">
            <a:avLst/>
          </a:prstGeom>
          <a:gradFill>
            <a:gsLst>
              <a:gs pos="52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0" scaled="0"/>
          </a:gradFill>
          <a:ln>
            <a:noFill/>
          </a:ln>
          <a:effectLst>
            <a:glow>
              <a:schemeClr val="accent1">
                <a:alpha val="40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2">
            <a:extLst>
              <a:ext uri="{FF2B5EF4-FFF2-40B4-BE49-F238E27FC236}">
                <a16:creationId xmlns:a16="http://schemas.microsoft.com/office/drawing/2014/main" id="{B0DB90D2-332A-BFBF-B764-6FFD4F5A235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934842" y="1110294"/>
            <a:ext cx="5878998" cy="1295771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PPT的制作流程</a:t>
            </a:r>
          </a:p>
        </p:txBody>
      </p:sp>
      <p:sp>
        <p:nvSpPr>
          <p:cNvPr id="8" name="Text3">
            <a:extLst>
              <a:ext uri="{FF2B5EF4-FFF2-40B4-BE49-F238E27FC236}">
                <a16:creationId xmlns:a16="http://schemas.microsoft.com/office/drawing/2014/main" id="{6E3D8DC4-3565-D3A5-B670-87CF6711A2C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960076" y="2586178"/>
            <a:ext cx="5856790" cy="3259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1.需求分析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在制作PPT之前，需明确演示的目标、受众和内容框架。需求分析是PPT制作的基础，决定了后续设计的重点和方向。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2.内容组织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根据需求分析结果，组织内容并划分章节。每章节应逻辑清晰，内容连贯，确保观众能够轻松跟随演示的思路。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3.设计与优化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完成内容组织后，进行幻灯片的设计和优化。包括选择合适的模板、调整布局、添加视觉元素和动画效果，确保PPT既美观又实用。</a:t>
            </a:r>
          </a:p>
        </p:txBody>
      </p:sp>
    </p:spTree>
    <p:custDataLst>
      <p:custData r:id="rId9"/>
      <p:tags r:id="rId10"/>
    </p:custDataLst>
  </p:cSld>
  <p:clrMapOvr>
    <a:masterClrMapping/>
  </p:clrMapOvr>
  <mc:AlternateContent>
    <mc:Choice xmlns:p14="http://schemas.microsoft.com/office/powerpoint/2010/main" Requires="p14"/>
    <mc:Fallback>
      <p:transition spd="slow">
        <p:cover dir="lu"/>
      </p:transition>
    </mc:Fallback>
  </mc:AlternateContent>
</p:sld>
</file>

<file path=ppt/slides/slide7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hapter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1">
            <a:extLst>
              <a:ext uri="{FF2B5EF4-FFF2-40B4-BE49-F238E27FC236}">
                <a16:creationId xmlns:a16="http://schemas.microsoft.com/office/drawing/2014/main" id="{8DBE7B01-845F-5CA3-D22B-C14CF880A8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9280" y="3141980"/>
            <a:ext cx="11013440" cy="135763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体圈欣意冠黑体" panose="00000500000000000000" charset="-122"/>
                <a:sym typeface="+mn-lt"/>
              </a:rPr>
              <a:t>PPT高级技巧</a:t>
            </a:r>
          </a:p>
        </p:txBody>
      </p:sp>
      <p:sp>
        <p:nvSpPr>
          <p:cNvPr id="4" name="Text2">
            <a:extLst>
              <a:ext uri="{FF2B5EF4-FFF2-40B4-BE49-F238E27FC236}">
                <a16:creationId xmlns:a16="http://schemas.microsoft.com/office/drawing/2014/main" id="{C0F08E87-2A8C-0F33-3B01-79ADEA152D2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89280" y="4617085"/>
            <a:ext cx="1101344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Advanced PPT Techniques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515496-85C3-74F3-EC7B-C1A3648016D6}"/>
              </a:ext>
            </a:extLst>
          </p:cNvPr>
          <p:cNvSpPr/>
          <p:nvPr/>
        </p:nvSpPr>
        <p:spPr>
          <a:xfrm>
            <a:off x="5205095" y="1340485"/>
            <a:ext cx="1721485" cy="1721485"/>
          </a:xfrm>
          <a:prstGeom prst="ellipse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Text3">
            <a:extLst>
              <a:ext uri="{FF2B5EF4-FFF2-40B4-BE49-F238E27FC236}">
                <a16:creationId xmlns:a16="http://schemas.microsoft.com/office/drawing/2014/main" id="{A631956A-1220-4EDA-3A88-5A055155BD5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05095" y="1314450"/>
            <a:ext cx="1782445" cy="17037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</p:spTree>
    <p:custDataLst>
      <p:custData r:id="rId6"/>
      <p:tags r:id="rId7"/>
    </p:custDataLst>
  </p:cSld>
  <p:clrMapOvr>
    <a:masterClrMapping/>
  </p:clrMapOvr>
</p:sld>
</file>

<file path=ppt/slides/slide8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5" name="Text1">
            <a:extLst>
              <a:ext uri="{FF2B5EF4-FFF2-40B4-BE49-F238E27FC236}">
                <a16:creationId xmlns:a16="http://schemas.microsoft.com/office/drawing/2014/main" id="{E9F9809D-61C6-B83A-2855-94F22BF78C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动画与过渡效果</a:t>
            </a:r>
          </a:p>
        </p:txBody>
      </p:sp>
      <p:sp>
        <p:nvSpPr>
          <p:cNvPr id="6" name="Text2">
            <a:extLst>
              <a:ext uri="{FF2B5EF4-FFF2-40B4-BE49-F238E27FC236}">
                <a16:creationId xmlns:a16="http://schemas.microsoft.com/office/drawing/2014/main" id="{C8BE5793-ECAD-AAD6-CBDB-625F0D16BB8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07876" y="1271262"/>
            <a:ext cx="2355210" cy="5104138"/>
          </a:xfrm>
          <a:custGeom>
            <a:gdLst>
              <a:gd name="connsiteX0" fmla="*/ 0 w 2764659"/>
              <a:gd name="connsiteY0" fmla="*/ 0 h 4886816"/>
              <a:gd name="connsiteX1" fmla="*/ 2764660 w 2764659"/>
              <a:gd name="connsiteY1" fmla="*/ 0 h 4886816"/>
              <a:gd name="connsiteX2" fmla="*/ 2764660 w 2764659"/>
              <a:gd name="connsiteY2" fmla="*/ 4886817 h 4886816"/>
              <a:gd name="connsiteX3" fmla="*/ 0 w 2764659"/>
              <a:gd name="connsiteY3" fmla="*/ 4886817 h 48868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659" h="4886816">
                <a:moveTo>
                  <a:pt x="0" y="0"/>
                </a:moveTo>
                <a:lnTo>
                  <a:pt x="2764660" y="0"/>
                </a:lnTo>
                <a:lnTo>
                  <a:pt x="2764660" y="4886817"/>
                </a:lnTo>
                <a:lnTo>
                  <a:pt x="0" y="4886817"/>
                </a:lnTo>
                <a:close/>
              </a:path>
            </a:pathLst>
          </a:custGeom>
          <a:solidFill>
            <a:schemeClr val="bg1"/>
          </a:solidFill>
          <a:ln w="22955" cap="flat">
            <a:noFill/>
            <a:prstDash val="solid"/>
            <a:miter/>
          </a:ln>
          <a:effectLst>
            <a:innerShdw blurRad="63500" dist="25400" dir="10800000">
              <a:schemeClr val="accent1">
                <a:lumMod val="50000"/>
                <a:alpha val="50000"/>
              </a:scheme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Text3">
            <a:extLst>
              <a:ext uri="{FF2B5EF4-FFF2-40B4-BE49-F238E27FC236}">
                <a16:creationId xmlns:a16="http://schemas.microsoft.com/office/drawing/2014/main" id="{74B3F718-BDD7-C30D-9D0F-B12C1240280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07876" y="1271263"/>
            <a:ext cx="1801215" cy="1008258"/>
          </a:xfrm>
          <a:custGeom>
            <a:gdLst>
              <a:gd name="connsiteX0" fmla="*/ 2114354 w 2114353"/>
              <a:gd name="connsiteY0" fmla="*/ 599346 h 1183542"/>
              <a:gd name="connsiteX1" fmla="*/ 1678215 w 2114353"/>
              <a:gd name="connsiteY1" fmla="*/ 0 h 1183542"/>
              <a:gd name="connsiteX2" fmla="*/ 0 w 2114353"/>
              <a:gd name="connsiteY2" fmla="*/ 0 h 1183542"/>
              <a:gd name="connsiteX3" fmla="*/ 0 w 2114353"/>
              <a:gd name="connsiteY3" fmla="*/ 1183542 h 1183542"/>
              <a:gd name="connsiteX4" fmla="*/ 1696120 w 2114353"/>
              <a:gd name="connsiteY4" fmla="*/ 1183542 h 1183542"/>
              <a:gd name="connsiteX5" fmla="*/ 2114354 w 2114353"/>
              <a:gd name="connsiteY5" fmla="*/ 599346 h 11835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4353" h="1183542">
                <a:moveTo>
                  <a:pt x="2114354" y="599346"/>
                </a:moveTo>
                <a:lnTo>
                  <a:pt x="1678215" y="0"/>
                </a:lnTo>
                <a:lnTo>
                  <a:pt x="0" y="0"/>
                </a:lnTo>
                <a:lnTo>
                  <a:pt x="0" y="1183542"/>
                </a:lnTo>
                <a:lnTo>
                  <a:pt x="1696120" y="1183542"/>
                </a:lnTo>
                <a:lnTo>
                  <a:pt x="2114354" y="599346"/>
                </a:lnTo>
                <a:close/>
              </a:path>
            </a:pathLst>
          </a:custGeom>
          <a:solidFill>
            <a:schemeClr val="accent1"/>
          </a:solidFill>
          <a:ln w="229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4">
            <a:extLst>
              <a:ext uri="{FF2B5EF4-FFF2-40B4-BE49-F238E27FC236}">
                <a16:creationId xmlns:a16="http://schemas.microsoft.com/office/drawing/2014/main" id="{79AA18B8-EE1E-D383-7EEF-57256C083F5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563086" y="1271262"/>
            <a:ext cx="2355210" cy="5104138"/>
          </a:xfrm>
          <a:custGeom>
            <a:gdLst>
              <a:gd name="connsiteX0" fmla="*/ 0 w 2764659"/>
              <a:gd name="connsiteY0" fmla="*/ 0 h 4886816"/>
              <a:gd name="connsiteX1" fmla="*/ 2764660 w 2764659"/>
              <a:gd name="connsiteY1" fmla="*/ 0 h 4886816"/>
              <a:gd name="connsiteX2" fmla="*/ 2764660 w 2764659"/>
              <a:gd name="connsiteY2" fmla="*/ 4886817 h 4886816"/>
              <a:gd name="connsiteX3" fmla="*/ 0 w 2764659"/>
              <a:gd name="connsiteY3" fmla="*/ 4886817 h 48868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659" h="4886816">
                <a:moveTo>
                  <a:pt x="0" y="0"/>
                </a:moveTo>
                <a:lnTo>
                  <a:pt x="2764660" y="0"/>
                </a:lnTo>
                <a:lnTo>
                  <a:pt x="2764660" y="4886817"/>
                </a:lnTo>
                <a:lnTo>
                  <a:pt x="0" y="4886817"/>
                </a:lnTo>
                <a:close/>
              </a:path>
            </a:pathLst>
          </a:custGeom>
          <a:solidFill>
            <a:schemeClr val="bg1"/>
          </a:solidFill>
          <a:ln w="22955" cap="flat">
            <a:noFill/>
            <a:prstDash val="solid"/>
            <a:miter/>
          </a:ln>
          <a:effectLst>
            <a:innerShdw blurRad="63500" dist="25400" dir="10800000">
              <a:schemeClr val="accent2">
                <a:lumMod val="50000"/>
                <a:alpha val="50000"/>
              </a:scheme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Text5">
            <a:extLst>
              <a:ext uri="{FF2B5EF4-FFF2-40B4-BE49-F238E27FC236}">
                <a16:creationId xmlns:a16="http://schemas.microsoft.com/office/drawing/2014/main" id="{4866D3E1-4FC3-C74B-A0C6-B735DEB8DF8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63086" y="1271263"/>
            <a:ext cx="1801411" cy="1008258"/>
          </a:xfrm>
          <a:custGeom>
            <a:gdLst>
              <a:gd name="connsiteX0" fmla="*/ 2114584 w 2114583"/>
              <a:gd name="connsiteY0" fmla="*/ 599346 h 1183542"/>
              <a:gd name="connsiteX1" fmla="*/ 1678445 w 2114583"/>
              <a:gd name="connsiteY1" fmla="*/ 0 h 1183542"/>
              <a:gd name="connsiteX2" fmla="*/ 0 w 2114583"/>
              <a:gd name="connsiteY2" fmla="*/ 0 h 1183542"/>
              <a:gd name="connsiteX3" fmla="*/ 0 w 2114583"/>
              <a:gd name="connsiteY3" fmla="*/ 1183542 h 1183542"/>
              <a:gd name="connsiteX4" fmla="*/ 1696120 w 2114583"/>
              <a:gd name="connsiteY4" fmla="*/ 1183542 h 1183542"/>
              <a:gd name="connsiteX5" fmla="*/ 2114584 w 2114583"/>
              <a:gd name="connsiteY5" fmla="*/ 599346 h 11835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4583" h="1183542">
                <a:moveTo>
                  <a:pt x="2114584" y="599346"/>
                </a:moveTo>
                <a:lnTo>
                  <a:pt x="1678445" y="0"/>
                </a:lnTo>
                <a:lnTo>
                  <a:pt x="0" y="0"/>
                </a:lnTo>
                <a:lnTo>
                  <a:pt x="0" y="1183542"/>
                </a:lnTo>
                <a:lnTo>
                  <a:pt x="1696120" y="1183542"/>
                </a:lnTo>
                <a:lnTo>
                  <a:pt x="2114584" y="599346"/>
                </a:lnTo>
                <a:close/>
              </a:path>
            </a:pathLst>
          </a:custGeom>
          <a:solidFill>
            <a:schemeClr val="accent2"/>
          </a:solidFill>
          <a:ln w="229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6">
            <a:extLst>
              <a:ext uri="{FF2B5EF4-FFF2-40B4-BE49-F238E27FC236}">
                <a16:creationId xmlns:a16="http://schemas.microsoft.com/office/drawing/2014/main" id="{A6079381-5437-F45F-6825-B8A65639F0A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918493" y="1271262"/>
            <a:ext cx="2355210" cy="5104138"/>
          </a:xfrm>
          <a:custGeom>
            <a:gdLst>
              <a:gd name="connsiteX0" fmla="*/ 0 w 2764659"/>
              <a:gd name="connsiteY0" fmla="*/ 0 h 4886816"/>
              <a:gd name="connsiteX1" fmla="*/ 2764659 w 2764659"/>
              <a:gd name="connsiteY1" fmla="*/ 0 h 4886816"/>
              <a:gd name="connsiteX2" fmla="*/ 2764659 w 2764659"/>
              <a:gd name="connsiteY2" fmla="*/ 4886817 h 4886816"/>
              <a:gd name="connsiteX3" fmla="*/ 0 w 2764659"/>
              <a:gd name="connsiteY3" fmla="*/ 4886817 h 48868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659" h="4886816">
                <a:moveTo>
                  <a:pt x="0" y="0"/>
                </a:moveTo>
                <a:lnTo>
                  <a:pt x="2764659" y="0"/>
                </a:lnTo>
                <a:lnTo>
                  <a:pt x="2764659" y="4886817"/>
                </a:lnTo>
                <a:lnTo>
                  <a:pt x="0" y="4886817"/>
                </a:lnTo>
                <a:close/>
              </a:path>
            </a:pathLst>
          </a:custGeom>
          <a:solidFill>
            <a:schemeClr val="bg1"/>
          </a:solidFill>
          <a:ln w="22955" cap="flat">
            <a:noFill/>
            <a:prstDash val="solid"/>
            <a:miter/>
          </a:ln>
          <a:effectLst>
            <a:innerShdw blurRad="63500" dist="25400" dir="10800000">
              <a:schemeClr val="accent3">
                <a:lumMod val="50000"/>
                <a:alpha val="50000"/>
              </a:scheme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" name="Text7">
            <a:extLst>
              <a:ext uri="{FF2B5EF4-FFF2-40B4-BE49-F238E27FC236}">
                <a16:creationId xmlns:a16="http://schemas.microsoft.com/office/drawing/2014/main" id="{F86B3FBB-B50A-A35C-98C2-FF9D7B79EAA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918493" y="1271263"/>
            <a:ext cx="1801215" cy="1008258"/>
          </a:xfrm>
          <a:custGeom>
            <a:gdLst>
              <a:gd name="connsiteX0" fmla="*/ 2114354 w 2114353"/>
              <a:gd name="connsiteY0" fmla="*/ 599346 h 1183542"/>
              <a:gd name="connsiteX1" fmla="*/ 1678215 w 2114353"/>
              <a:gd name="connsiteY1" fmla="*/ 0 h 1183542"/>
              <a:gd name="connsiteX2" fmla="*/ 0 w 2114353"/>
              <a:gd name="connsiteY2" fmla="*/ 0 h 1183542"/>
              <a:gd name="connsiteX3" fmla="*/ 0 w 2114353"/>
              <a:gd name="connsiteY3" fmla="*/ 1183542 h 1183542"/>
              <a:gd name="connsiteX4" fmla="*/ 1696120 w 2114353"/>
              <a:gd name="connsiteY4" fmla="*/ 1183542 h 1183542"/>
              <a:gd name="connsiteX5" fmla="*/ 2114354 w 2114353"/>
              <a:gd name="connsiteY5" fmla="*/ 599346 h 11835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4353" h="1183542">
                <a:moveTo>
                  <a:pt x="2114354" y="599346"/>
                </a:moveTo>
                <a:lnTo>
                  <a:pt x="1678215" y="0"/>
                </a:lnTo>
                <a:lnTo>
                  <a:pt x="0" y="0"/>
                </a:lnTo>
                <a:lnTo>
                  <a:pt x="0" y="1183542"/>
                </a:lnTo>
                <a:lnTo>
                  <a:pt x="1696120" y="1183542"/>
                </a:lnTo>
                <a:lnTo>
                  <a:pt x="2114354" y="599346"/>
                </a:lnTo>
                <a:close/>
              </a:path>
            </a:pathLst>
          </a:custGeom>
          <a:solidFill>
            <a:schemeClr val="accent3"/>
          </a:solidFill>
          <a:ln w="229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8">
            <a:extLst>
              <a:ext uri="{FF2B5EF4-FFF2-40B4-BE49-F238E27FC236}">
                <a16:creationId xmlns:a16="http://schemas.microsoft.com/office/drawing/2014/main" id="{B20574B8-44C1-A0E1-63A9-745779ED812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273704" y="1271262"/>
            <a:ext cx="2355210" cy="5104138"/>
          </a:xfrm>
          <a:custGeom>
            <a:gdLst>
              <a:gd name="connsiteX0" fmla="*/ 0 w 2764659"/>
              <a:gd name="connsiteY0" fmla="*/ 0 h 4886816"/>
              <a:gd name="connsiteX1" fmla="*/ 2764659 w 2764659"/>
              <a:gd name="connsiteY1" fmla="*/ 0 h 4886816"/>
              <a:gd name="connsiteX2" fmla="*/ 2764659 w 2764659"/>
              <a:gd name="connsiteY2" fmla="*/ 4886817 h 4886816"/>
              <a:gd name="connsiteX3" fmla="*/ 0 w 2764659"/>
              <a:gd name="connsiteY3" fmla="*/ 4886817 h 48868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659" h="4886816">
                <a:moveTo>
                  <a:pt x="0" y="0"/>
                </a:moveTo>
                <a:lnTo>
                  <a:pt x="2764659" y="0"/>
                </a:lnTo>
                <a:lnTo>
                  <a:pt x="2764659" y="4886817"/>
                </a:lnTo>
                <a:lnTo>
                  <a:pt x="0" y="4886817"/>
                </a:lnTo>
                <a:close/>
              </a:path>
            </a:pathLst>
          </a:custGeom>
          <a:solidFill>
            <a:schemeClr val="bg1"/>
          </a:solidFill>
          <a:ln w="22955" cap="flat">
            <a:noFill/>
            <a:prstDash val="solid"/>
            <a:miter/>
          </a:ln>
          <a:effectLst>
            <a:innerShdw blurRad="63500" dist="25400" dir="10800000">
              <a:schemeClr val="accent4">
                <a:lumMod val="50000"/>
                <a:alpha val="50000"/>
              </a:scheme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Text9">
            <a:extLst>
              <a:ext uri="{FF2B5EF4-FFF2-40B4-BE49-F238E27FC236}">
                <a16:creationId xmlns:a16="http://schemas.microsoft.com/office/drawing/2014/main" id="{591FD850-6015-2EB7-BD85-7E269FF8166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273704" y="1271263"/>
            <a:ext cx="1801216" cy="1008258"/>
          </a:xfrm>
          <a:custGeom>
            <a:gdLst>
              <a:gd name="connsiteX0" fmla="*/ 2114354 w 2114354"/>
              <a:gd name="connsiteY0" fmla="*/ 599346 h 1183542"/>
              <a:gd name="connsiteX1" fmla="*/ 1678216 w 2114354"/>
              <a:gd name="connsiteY1" fmla="*/ 0 h 1183542"/>
              <a:gd name="connsiteX2" fmla="*/ 0 w 2114354"/>
              <a:gd name="connsiteY2" fmla="*/ 0 h 1183542"/>
              <a:gd name="connsiteX3" fmla="*/ 0 w 2114354"/>
              <a:gd name="connsiteY3" fmla="*/ 1183542 h 1183542"/>
              <a:gd name="connsiteX4" fmla="*/ 1696120 w 2114354"/>
              <a:gd name="connsiteY4" fmla="*/ 1183542 h 1183542"/>
              <a:gd name="connsiteX5" fmla="*/ 2114354 w 2114354"/>
              <a:gd name="connsiteY5" fmla="*/ 599346 h 11835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4354" h="1183542">
                <a:moveTo>
                  <a:pt x="2114354" y="599346"/>
                </a:moveTo>
                <a:lnTo>
                  <a:pt x="1678216" y="0"/>
                </a:lnTo>
                <a:lnTo>
                  <a:pt x="0" y="0"/>
                </a:lnTo>
                <a:lnTo>
                  <a:pt x="0" y="1183542"/>
                </a:lnTo>
                <a:lnTo>
                  <a:pt x="1696120" y="1183542"/>
                </a:lnTo>
                <a:lnTo>
                  <a:pt x="2114354" y="599346"/>
                </a:lnTo>
                <a:close/>
              </a:path>
            </a:pathLst>
          </a:custGeom>
          <a:solidFill>
            <a:schemeClr val="accent4"/>
          </a:solidFill>
          <a:ln w="229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10">
            <a:extLst>
              <a:ext uri="{FF2B5EF4-FFF2-40B4-BE49-F238E27FC236}">
                <a16:creationId xmlns:a16="http://schemas.microsoft.com/office/drawing/2014/main" id="{1CFD4A4E-093A-9E2D-1C2F-84CAA095E94C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84102" y="2833730"/>
            <a:ext cx="2202759" cy="2424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PPT动画分为进入、退出、强调和路径动画。不同类型的动画可用于突出关键信息或引导观众的注意力。</a:t>
            </a:r>
          </a:p>
        </p:txBody>
      </p:sp>
      <p:sp>
        <p:nvSpPr>
          <p:cNvPr id="16" name="Text11">
            <a:extLst>
              <a:ext uri="{FF2B5EF4-FFF2-40B4-BE49-F238E27FC236}">
                <a16:creationId xmlns:a16="http://schemas.microsoft.com/office/drawing/2014/main" id="{4DE8E162-010D-E682-5F0E-374670E0145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85298" y="2422271"/>
            <a:ext cx="2056514" cy="392193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动画类型</a:t>
            </a:r>
          </a:p>
        </p:txBody>
      </p:sp>
      <p:sp>
        <p:nvSpPr>
          <p:cNvPr id="36" name="Text12">
            <a:extLst>
              <a:ext uri="{FF2B5EF4-FFF2-40B4-BE49-F238E27FC236}">
                <a16:creationId xmlns:a16="http://schemas.microsoft.com/office/drawing/2014/main" id="{2BA71413-97F2-E168-ED5D-3C352B15C39A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2639312" y="2833730"/>
            <a:ext cx="2202759" cy="2424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通过调整动画的持续时间、延迟和触发方式，可以精确控制动画效果。合理的动画设置能够提升演示的流畅性和专业性。</a:t>
            </a:r>
          </a:p>
        </p:txBody>
      </p:sp>
      <p:sp>
        <p:nvSpPr>
          <p:cNvPr id="38" name="Text13">
            <a:extLst>
              <a:ext uri="{FF2B5EF4-FFF2-40B4-BE49-F238E27FC236}">
                <a16:creationId xmlns:a16="http://schemas.microsoft.com/office/drawing/2014/main" id="{DB74A03F-7643-0BED-C4E1-7C02C079EC4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2740508" y="2422271"/>
            <a:ext cx="2056514" cy="392193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动画设置</a:t>
            </a:r>
          </a:p>
        </p:txBody>
      </p:sp>
      <p:sp>
        <p:nvSpPr>
          <p:cNvPr id="42" name="Text14">
            <a:extLst>
              <a:ext uri="{FF2B5EF4-FFF2-40B4-BE49-F238E27FC236}">
                <a16:creationId xmlns:a16="http://schemas.microsoft.com/office/drawing/2014/main" id="{94368115-7423-6F13-D406-599E72CA09C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94522" y="2833730"/>
            <a:ext cx="2202759" cy="2424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过渡效果用于连接不同幻灯片，常见的过渡效果包括淡入淡出、推进和覆盖。选择适当的过渡效果可以增强演示的连贯性。</a:t>
            </a:r>
          </a:p>
        </p:txBody>
      </p:sp>
      <p:sp>
        <p:nvSpPr>
          <p:cNvPr id="43" name="Text15">
            <a:extLst>
              <a:ext uri="{FF2B5EF4-FFF2-40B4-BE49-F238E27FC236}">
                <a16:creationId xmlns:a16="http://schemas.microsoft.com/office/drawing/2014/main" id="{B21FE374-B112-A60A-DC46-D8B76594E94E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95718" y="2422271"/>
            <a:ext cx="2056514" cy="392193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过渡效果</a:t>
            </a:r>
          </a:p>
        </p:txBody>
      </p:sp>
      <p:sp>
        <p:nvSpPr>
          <p:cNvPr id="46" name="Text16">
            <a:extLst>
              <a:ext uri="{FF2B5EF4-FFF2-40B4-BE49-F238E27FC236}">
                <a16:creationId xmlns:a16="http://schemas.microsoft.com/office/drawing/2014/main" id="{4E00807B-BB37-023F-EEAC-4201DD5EC29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349929" y="2833730"/>
            <a:ext cx="2202759" cy="2424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动画效果应与内容紧密结合，避免为了炫技而使用动画。动画的目的是辅助内容传达，而非分散观众的注意力。</a:t>
            </a:r>
          </a:p>
        </p:txBody>
      </p:sp>
      <p:sp>
        <p:nvSpPr>
          <p:cNvPr id="47" name="Text17">
            <a:extLst>
              <a:ext uri="{FF2B5EF4-FFF2-40B4-BE49-F238E27FC236}">
                <a16:creationId xmlns:a16="http://schemas.microsoft.com/office/drawing/2014/main" id="{4FBAC1D8-DEAC-B414-174B-EB4EE1FAFA0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451126" y="2422271"/>
            <a:ext cx="2056514" cy="392193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动画与内容结合</a:t>
            </a:r>
          </a:p>
        </p:txBody>
      </p:sp>
      <p:sp>
        <p:nvSpPr>
          <p:cNvPr id="68" name="Text18">
            <a:extLst>
              <a:ext uri="{FF2B5EF4-FFF2-40B4-BE49-F238E27FC236}">
                <a16:creationId xmlns:a16="http://schemas.microsoft.com/office/drawing/2014/main" id="{8BACFBCE-BA20-2653-F105-BFE4C9A04B7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986979" y="5341551"/>
            <a:ext cx="797004" cy="797004"/>
          </a:xfrm>
          <a:prstGeom prst="ellipse">
            <a:avLst/>
          </a:prstGeom>
          <a:ln>
            <a:noFill/>
          </a:ln>
          <a:effectLst>
            <a:outerShdw blurRad="50800" dist="50800" dir="2700000" algn="tl" rotWithShape="0">
              <a:schemeClr val="accent1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Shape1">
            <a:extLst>
              <a:ext uri="{FF2B5EF4-FFF2-40B4-BE49-F238E27FC236}">
                <a16:creationId xmlns:a16="http://schemas.microsoft.com/office/drawing/2014/main" id="{A3FD618A-DCD4-4E0A-EEF8-015C2A67A57D}"/>
              </a:ext>
            </a:extLst>
          </p:cNvPr>
          <p:cNvSpPr>
            <a:spLocks noChangeAspect="1"/>
          </p:cNvSpPr>
          <p:nvPr>
            <p:custDataLst>
              <p:tags r:id="rId21"/>
            </p:custDataLst>
          </p:nvPr>
        </p:nvSpPr>
        <p:spPr bwMode="auto">
          <a:xfrm>
            <a:off x="1099386" y="5474123"/>
            <a:ext cx="572191" cy="571328"/>
          </a:xfrm>
          <a:custGeom>
            <a:gdLst>
              <a:gd name="connsiteX0" fmla="*/ 432518 w 608697"/>
              <a:gd name="connsiteY0" fmla="*/ 535450 h 607780"/>
              <a:gd name="connsiteX1" fmla="*/ 441669 w 608697"/>
              <a:gd name="connsiteY1" fmla="*/ 544491 h 607780"/>
              <a:gd name="connsiteX2" fmla="*/ 441669 w 608697"/>
              <a:gd name="connsiteY2" fmla="*/ 598739 h 607780"/>
              <a:gd name="connsiteX3" fmla="*/ 432518 w 608697"/>
              <a:gd name="connsiteY3" fmla="*/ 607780 h 607780"/>
              <a:gd name="connsiteX4" fmla="*/ 423463 w 608697"/>
              <a:gd name="connsiteY4" fmla="*/ 598739 h 607780"/>
              <a:gd name="connsiteX5" fmla="*/ 423463 w 608697"/>
              <a:gd name="connsiteY5" fmla="*/ 544491 h 607780"/>
              <a:gd name="connsiteX6" fmla="*/ 432518 w 608697"/>
              <a:gd name="connsiteY6" fmla="*/ 535450 h 607780"/>
              <a:gd name="connsiteX7" fmla="*/ 383134 w 608697"/>
              <a:gd name="connsiteY7" fmla="*/ 535450 h 607780"/>
              <a:gd name="connsiteX8" fmla="*/ 392202 w 608697"/>
              <a:gd name="connsiteY8" fmla="*/ 544491 h 607780"/>
              <a:gd name="connsiteX9" fmla="*/ 392202 w 608697"/>
              <a:gd name="connsiteY9" fmla="*/ 598739 h 607780"/>
              <a:gd name="connsiteX10" fmla="*/ 383134 w 608697"/>
              <a:gd name="connsiteY10" fmla="*/ 607780 h 607780"/>
              <a:gd name="connsiteX11" fmla="*/ 374067 w 608697"/>
              <a:gd name="connsiteY11" fmla="*/ 598739 h 607780"/>
              <a:gd name="connsiteX12" fmla="*/ 374067 w 608697"/>
              <a:gd name="connsiteY12" fmla="*/ 544491 h 607780"/>
              <a:gd name="connsiteX13" fmla="*/ 383134 w 608697"/>
              <a:gd name="connsiteY13" fmla="*/ 535450 h 607780"/>
              <a:gd name="connsiteX14" fmla="*/ 332764 w 608697"/>
              <a:gd name="connsiteY14" fmla="*/ 535450 h 607780"/>
              <a:gd name="connsiteX15" fmla="*/ 341819 w 608697"/>
              <a:gd name="connsiteY15" fmla="*/ 544491 h 607780"/>
              <a:gd name="connsiteX16" fmla="*/ 341819 w 608697"/>
              <a:gd name="connsiteY16" fmla="*/ 598739 h 607780"/>
              <a:gd name="connsiteX17" fmla="*/ 332764 w 608697"/>
              <a:gd name="connsiteY17" fmla="*/ 607780 h 607780"/>
              <a:gd name="connsiteX18" fmla="*/ 323613 w 608697"/>
              <a:gd name="connsiteY18" fmla="*/ 598739 h 607780"/>
              <a:gd name="connsiteX19" fmla="*/ 323613 w 608697"/>
              <a:gd name="connsiteY19" fmla="*/ 544491 h 607780"/>
              <a:gd name="connsiteX20" fmla="*/ 332764 w 608697"/>
              <a:gd name="connsiteY20" fmla="*/ 535450 h 607780"/>
              <a:gd name="connsiteX21" fmla="*/ 283249 w 608697"/>
              <a:gd name="connsiteY21" fmla="*/ 535450 h 607780"/>
              <a:gd name="connsiteX22" fmla="*/ 292282 w 608697"/>
              <a:gd name="connsiteY22" fmla="*/ 544491 h 607780"/>
              <a:gd name="connsiteX23" fmla="*/ 292282 w 608697"/>
              <a:gd name="connsiteY23" fmla="*/ 598739 h 607780"/>
              <a:gd name="connsiteX24" fmla="*/ 283249 w 608697"/>
              <a:gd name="connsiteY24" fmla="*/ 607780 h 607780"/>
              <a:gd name="connsiteX25" fmla="*/ 274217 w 608697"/>
              <a:gd name="connsiteY25" fmla="*/ 598739 h 607780"/>
              <a:gd name="connsiteX26" fmla="*/ 274217 w 608697"/>
              <a:gd name="connsiteY26" fmla="*/ 544491 h 607780"/>
              <a:gd name="connsiteX27" fmla="*/ 283249 w 608697"/>
              <a:gd name="connsiteY27" fmla="*/ 535450 h 607780"/>
              <a:gd name="connsiteX28" fmla="*/ 237712 w 608697"/>
              <a:gd name="connsiteY28" fmla="*/ 535450 h 607780"/>
              <a:gd name="connsiteX29" fmla="*/ 246767 w 608697"/>
              <a:gd name="connsiteY29" fmla="*/ 544491 h 607780"/>
              <a:gd name="connsiteX30" fmla="*/ 246767 w 608697"/>
              <a:gd name="connsiteY30" fmla="*/ 598739 h 607780"/>
              <a:gd name="connsiteX31" fmla="*/ 237712 w 608697"/>
              <a:gd name="connsiteY31" fmla="*/ 607780 h 607780"/>
              <a:gd name="connsiteX32" fmla="*/ 228561 w 608697"/>
              <a:gd name="connsiteY32" fmla="*/ 598739 h 607780"/>
              <a:gd name="connsiteX33" fmla="*/ 228561 w 608697"/>
              <a:gd name="connsiteY33" fmla="*/ 544491 h 607780"/>
              <a:gd name="connsiteX34" fmla="*/ 237712 w 608697"/>
              <a:gd name="connsiteY34" fmla="*/ 535450 h 607780"/>
              <a:gd name="connsiteX35" fmla="*/ 188175 w 608697"/>
              <a:gd name="connsiteY35" fmla="*/ 535450 h 607780"/>
              <a:gd name="connsiteX36" fmla="*/ 197230 w 608697"/>
              <a:gd name="connsiteY36" fmla="*/ 544491 h 607780"/>
              <a:gd name="connsiteX37" fmla="*/ 197230 w 608697"/>
              <a:gd name="connsiteY37" fmla="*/ 598739 h 607780"/>
              <a:gd name="connsiteX38" fmla="*/ 188175 w 608697"/>
              <a:gd name="connsiteY38" fmla="*/ 607780 h 607780"/>
              <a:gd name="connsiteX39" fmla="*/ 179024 w 608697"/>
              <a:gd name="connsiteY39" fmla="*/ 598739 h 607780"/>
              <a:gd name="connsiteX40" fmla="*/ 179024 w 608697"/>
              <a:gd name="connsiteY40" fmla="*/ 544491 h 607780"/>
              <a:gd name="connsiteX41" fmla="*/ 188175 w 608697"/>
              <a:gd name="connsiteY41" fmla="*/ 535450 h 607780"/>
              <a:gd name="connsiteX42" fmla="*/ 545285 w 608697"/>
              <a:gd name="connsiteY42" fmla="*/ 409985 h 607780"/>
              <a:gd name="connsiteX43" fmla="*/ 599638 w 608697"/>
              <a:gd name="connsiteY43" fmla="*/ 409985 h 607780"/>
              <a:gd name="connsiteX44" fmla="*/ 608697 w 608697"/>
              <a:gd name="connsiteY44" fmla="*/ 419018 h 607780"/>
              <a:gd name="connsiteX45" fmla="*/ 599638 w 608697"/>
              <a:gd name="connsiteY45" fmla="*/ 428050 h 607780"/>
              <a:gd name="connsiteX46" fmla="*/ 545285 w 608697"/>
              <a:gd name="connsiteY46" fmla="*/ 428050 h 607780"/>
              <a:gd name="connsiteX47" fmla="*/ 536226 w 608697"/>
              <a:gd name="connsiteY47" fmla="*/ 419018 h 607780"/>
              <a:gd name="connsiteX48" fmla="*/ 545285 w 608697"/>
              <a:gd name="connsiteY48" fmla="*/ 409985 h 607780"/>
              <a:gd name="connsiteX49" fmla="*/ 9050 w 608697"/>
              <a:gd name="connsiteY49" fmla="*/ 409985 h 607780"/>
              <a:gd name="connsiteX50" fmla="*/ 63350 w 608697"/>
              <a:gd name="connsiteY50" fmla="*/ 409985 h 607780"/>
              <a:gd name="connsiteX51" fmla="*/ 72400 w 608697"/>
              <a:gd name="connsiteY51" fmla="*/ 419018 h 607780"/>
              <a:gd name="connsiteX52" fmla="*/ 63350 w 608697"/>
              <a:gd name="connsiteY52" fmla="*/ 428050 h 607780"/>
              <a:gd name="connsiteX53" fmla="*/ 9050 w 608697"/>
              <a:gd name="connsiteY53" fmla="*/ 428050 h 607780"/>
              <a:gd name="connsiteX54" fmla="*/ 0 w 608697"/>
              <a:gd name="connsiteY54" fmla="*/ 419018 h 607780"/>
              <a:gd name="connsiteX55" fmla="*/ 9050 w 608697"/>
              <a:gd name="connsiteY55" fmla="*/ 409985 h 607780"/>
              <a:gd name="connsiteX56" fmla="*/ 545285 w 608697"/>
              <a:gd name="connsiteY56" fmla="*/ 360519 h 607780"/>
              <a:gd name="connsiteX57" fmla="*/ 599638 w 608697"/>
              <a:gd name="connsiteY57" fmla="*/ 360519 h 607780"/>
              <a:gd name="connsiteX58" fmla="*/ 608697 w 608697"/>
              <a:gd name="connsiteY58" fmla="*/ 369574 h 607780"/>
              <a:gd name="connsiteX59" fmla="*/ 599638 w 608697"/>
              <a:gd name="connsiteY59" fmla="*/ 378725 h 607780"/>
              <a:gd name="connsiteX60" fmla="*/ 545285 w 608697"/>
              <a:gd name="connsiteY60" fmla="*/ 378725 h 607780"/>
              <a:gd name="connsiteX61" fmla="*/ 536226 w 608697"/>
              <a:gd name="connsiteY61" fmla="*/ 369574 h 607780"/>
              <a:gd name="connsiteX62" fmla="*/ 545285 w 608697"/>
              <a:gd name="connsiteY62" fmla="*/ 360519 h 607780"/>
              <a:gd name="connsiteX63" fmla="*/ 9050 w 608697"/>
              <a:gd name="connsiteY63" fmla="*/ 360519 h 607780"/>
              <a:gd name="connsiteX64" fmla="*/ 63350 w 608697"/>
              <a:gd name="connsiteY64" fmla="*/ 360519 h 607780"/>
              <a:gd name="connsiteX65" fmla="*/ 72400 w 608697"/>
              <a:gd name="connsiteY65" fmla="*/ 369574 h 607780"/>
              <a:gd name="connsiteX66" fmla="*/ 63350 w 608697"/>
              <a:gd name="connsiteY66" fmla="*/ 378725 h 607780"/>
              <a:gd name="connsiteX67" fmla="*/ 9050 w 608697"/>
              <a:gd name="connsiteY67" fmla="*/ 378725 h 607780"/>
              <a:gd name="connsiteX68" fmla="*/ 0 w 608697"/>
              <a:gd name="connsiteY68" fmla="*/ 369574 h 607780"/>
              <a:gd name="connsiteX69" fmla="*/ 9050 w 608697"/>
              <a:gd name="connsiteY69" fmla="*/ 360519 h 607780"/>
              <a:gd name="connsiteX70" fmla="*/ 545285 w 608697"/>
              <a:gd name="connsiteY70" fmla="*/ 314933 h 607780"/>
              <a:gd name="connsiteX71" fmla="*/ 599638 w 608697"/>
              <a:gd name="connsiteY71" fmla="*/ 314933 h 607780"/>
              <a:gd name="connsiteX72" fmla="*/ 608697 w 608697"/>
              <a:gd name="connsiteY72" fmla="*/ 324084 h 607780"/>
              <a:gd name="connsiteX73" fmla="*/ 599638 w 608697"/>
              <a:gd name="connsiteY73" fmla="*/ 333139 h 607780"/>
              <a:gd name="connsiteX74" fmla="*/ 545285 w 608697"/>
              <a:gd name="connsiteY74" fmla="*/ 333139 h 607780"/>
              <a:gd name="connsiteX75" fmla="*/ 536226 w 608697"/>
              <a:gd name="connsiteY75" fmla="*/ 324084 h 607780"/>
              <a:gd name="connsiteX76" fmla="*/ 545285 w 608697"/>
              <a:gd name="connsiteY76" fmla="*/ 314933 h 607780"/>
              <a:gd name="connsiteX77" fmla="*/ 9050 w 608697"/>
              <a:gd name="connsiteY77" fmla="*/ 314933 h 607780"/>
              <a:gd name="connsiteX78" fmla="*/ 63350 w 608697"/>
              <a:gd name="connsiteY78" fmla="*/ 314933 h 607780"/>
              <a:gd name="connsiteX79" fmla="*/ 72400 w 608697"/>
              <a:gd name="connsiteY79" fmla="*/ 324084 h 607780"/>
              <a:gd name="connsiteX80" fmla="*/ 63350 w 608697"/>
              <a:gd name="connsiteY80" fmla="*/ 333139 h 607780"/>
              <a:gd name="connsiteX81" fmla="*/ 9050 w 608697"/>
              <a:gd name="connsiteY81" fmla="*/ 333139 h 607780"/>
              <a:gd name="connsiteX82" fmla="*/ 0 w 608697"/>
              <a:gd name="connsiteY82" fmla="*/ 324084 h 607780"/>
              <a:gd name="connsiteX83" fmla="*/ 9050 w 608697"/>
              <a:gd name="connsiteY83" fmla="*/ 314933 h 607780"/>
              <a:gd name="connsiteX84" fmla="*/ 545285 w 608697"/>
              <a:gd name="connsiteY84" fmla="*/ 265608 h 607780"/>
              <a:gd name="connsiteX85" fmla="*/ 599638 w 608697"/>
              <a:gd name="connsiteY85" fmla="*/ 265608 h 607780"/>
              <a:gd name="connsiteX86" fmla="*/ 608697 w 608697"/>
              <a:gd name="connsiteY86" fmla="*/ 274759 h 607780"/>
              <a:gd name="connsiteX87" fmla="*/ 599638 w 608697"/>
              <a:gd name="connsiteY87" fmla="*/ 283814 h 607780"/>
              <a:gd name="connsiteX88" fmla="*/ 545285 w 608697"/>
              <a:gd name="connsiteY88" fmla="*/ 283814 h 607780"/>
              <a:gd name="connsiteX89" fmla="*/ 536226 w 608697"/>
              <a:gd name="connsiteY89" fmla="*/ 274759 h 607780"/>
              <a:gd name="connsiteX90" fmla="*/ 545285 w 608697"/>
              <a:gd name="connsiteY90" fmla="*/ 265608 h 607780"/>
              <a:gd name="connsiteX91" fmla="*/ 9050 w 608697"/>
              <a:gd name="connsiteY91" fmla="*/ 265608 h 607780"/>
              <a:gd name="connsiteX92" fmla="*/ 63350 w 608697"/>
              <a:gd name="connsiteY92" fmla="*/ 265608 h 607780"/>
              <a:gd name="connsiteX93" fmla="*/ 72400 w 608697"/>
              <a:gd name="connsiteY93" fmla="*/ 274759 h 607780"/>
              <a:gd name="connsiteX94" fmla="*/ 63350 w 608697"/>
              <a:gd name="connsiteY94" fmla="*/ 283814 h 607780"/>
              <a:gd name="connsiteX95" fmla="*/ 9050 w 608697"/>
              <a:gd name="connsiteY95" fmla="*/ 283814 h 607780"/>
              <a:gd name="connsiteX96" fmla="*/ 0 w 608697"/>
              <a:gd name="connsiteY96" fmla="*/ 274759 h 607780"/>
              <a:gd name="connsiteX97" fmla="*/ 9050 w 608697"/>
              <a:gd name="connsiteY97" fmla="*/ 265608 h 607780"/>
              <a:gd name="connsiteX98" fmla="*/ 545285 w 608697"/>
              <a:gd name="connsiteY98" fmla="*/ 215295 h 607780"/>
              <a:gd name="connsiteX99" fmla="*/ 599638 w 608697"/>
              <a:gd name="connsiteY99" fmla="*/ 215295 h 607780"/>
              <a:gd name="connsiteX100" fmla="*/ 608697 w 608697"/>
              <a:gd name="connsiteY100" fmla="*/ 224362 h 607780"/>
              <a:gd name="connsiteX101" fmla="*/ 599638 w 608697"/>
              <a:gd name="connsiteY101" fmla="*/ 233430 h 607780"/>
              <a:gd name="connsiteX102" fmla="*/ 545285 w 608697"/>
              <a:gd name="connsiteY102" fmla="*/ 233430 h 607780"/>
              <a:gd name="connsiteX103" fmla="*/ 536226 w 608697"/>
              <a:gd name="connsiteY103" fmla="*/ 224362 h 607780"/>
              <a:gd name="connsiteX104" fmla="*/ 545285 w 608697"/>
              <a:gd name="connsiteY104" fmla="*/ 215295 h 607780"/>
              <a:gd name="connsiteX105" fmla="*/ 9050 w 608697"/>
              <a:gd name="connsiteY105" fmla="*/ 215295 h 607780"/>
              <a:gd name="connsiteX106" fmla="*/ 63350 w 608697"/>
              <a:gd name="connsiteY106" fmla="*/ 215295 h 607780"/>
              <a:gd name="connsiteX107" fmla="*/ 72400 w 608697"/>
              <a:gd name="connsiteY107" fmla="*/ 224362 h 607780"/>
              <a:gd name="connsiteX108" fmla="*/ 63350 w 608697"/>
              <a:gd name="connsiteY108" fmla="*/ 233430 h 607780"/>
              <a:gd name="connsiteX109" fmla="*/ 9050 w 608697"/>
              <a:gd name="connsiteY109" fmla="*/ 233430 h 607780"/>
              <a:gd name="connsiteX110" fmla="*/ 0 w 608697"/>
              <a:gd name="connsiteY110" fmla="*/ 224362 h 607780"/>
              <a:gd name="connsiteX111" fmla="*/ 9050 w 608697"/>
              <a:gd name="connsiteY111" fmla="*/ 215295 h 607780"/>
              <a:gd name="connsiteX112" fmla="*/ 217493 w 608697"/>
              <a:gd name="connsiteY112" fmla="*/ 199054 h 607780"/>
              <a:gd name="connsiteX113" fmla="*/ 217493 w 608697"/>
              <a:gd name="connsiteY113" fmla="*/ 388249 h 607780"/>
              <a:gd name="connsiteX114" fmla="*/ 405197 w 608697"/>
              <a:gd name="connsiteY114" fmla="*/ 388249 h 607780"/>
              <a:gd name="connsiteX115" fmla="*/ 405197 w 608697"/>
              <a:gd name="connsiteY115" fmla="*/ 199054 h 607780"/>
              <a:gd name="connsiteX116" fmla="*/ 545285 w 608697"/>
              <a:gd name="connsiteY116" fmla="*/ 165899 h 607780"/>
              <a:gd name="connsiteX117" fmla="*/ 599638 w 608697"/>
              <a:gd name="connsiteY117" fmla="*/ 165899 h 607780"/>
              <a:gd name="connsiteX118" fmla="*/ 608697 w 608697"/>
              <a:gd name="connsiteY118" fmla="*/ 174918 h 607780"/>
              <a:gd name="connsiteX119" fmla="*/ 599638 w 608697"/>
              <a:gd name="connsiteY119" fmla="*/ 184034 h 607780"/>
              <a:gd name="connsiteX120" fmla="*/ 545285 w 608697"/>
              <a:gd name="connsiteY120" fmla="*/ 184034 h 607780"/>
              <a:gd name="connsiteX121" fmla="*/ 536226 w 608697"/>
              <a:gd name="connsiteY121" fmla="*/ 174918 h 607780"/>
              <a:gd name="connsiteX122" fmla="*/ 545285 w 608697"/>
              <a:gd name="connsiteY122" fmla="*/ 165899 h 607780"/>
              <a:gd name="connsiteX123" fmla="*/ 9050 w 608697"/>
              <a:gd name="connsiteY123" fmla="*/ 165899 h 607780"/>
              <a:gd name="connsiteX124" fmla="*/ 63350 w 608697"/>
              <a:gd name="connsiteY124" fmla="*/ 165899 h 607780"/>
              <a:gd name="connsiteX125" fmla="*/ 72400 w 608697"/>
              <a:gd name="connsiteY125" fmla="*/ 175014 h 607780"/>
              <a:gd name="connsiteX126" fmla="*/ 63350 w 608697"/>
              <a:gd name="connsiteY126" fmla="*/ 184034 h 607780"/>
              <a:gd name="connsiteX127" fmla="*/ 9050 w 608697"/>
              <a:gd name="connsiteY127" fmla="*/ 184034 h 607780"/>
              <a:gd name="connsiteX128" fmla="*/ 0 w 608697"/>
              <a:gd name="connsiteY128" fmla="*/ 175014 h 607780"/>
              <a:gd name="connsiteX129" fmla="*/ 9050 w 608697"/>
              <a:gd name="connsiteY129" fmla="*/ 165899 h 607780"/>
              <a:gd name="connsiteX130" fmla="*/ 191490 w 608697"/>
              <a:gd name="connsiteY130" fmla="*/ 149807 h 607780"/>
              <a:gd name="connsiteX131" fmla="*/ 173577 w 608697"/>
              <a:gd name="connsiteY131" fmla="*/ 167697 h 607780"/>
              <a:gd name="connsiteX132" fmla="*/ 191490 w 608697"/>
              <a:gd name="connsiteY132" fmla="*/ 185588 h 607780"/>
              <a:gd name="connsiteX133" fmla="*/ 209403 w 608697"/>
              <a:gd name="connsiteY133" fmla="*/ 167697 h 607780"/>
              <a:gd name="connsiteX134" fmla="*/ 191490 w 608697"/>
              <a:gd name="connsiteY134" fmla="*/ 149807 h 607780"/>
              <a:gd name="connsiteX135" fmla="*/ 162983 w 608697"/>
              <a:gd name="connsiteY135" fmla="*/ 96040 h 607780"/>
              <a:gd name="connsiteX136" fmla="*/ 457780 w 608697"/>
              <a:gd name="connsiteY136" fmla="*/ 96040 h 607780"/>
              <a:gd name="connsiteX137" fmla="*/ 513928 w 608697"/>
              <a:gd name="connsiteY137" fmla="*/ 152115 h 607780"/>
              <a:gd name="connsiteX138" fmla="*/ 513928 w 608697"/>
              <a:gd name="connsiteY138" fmla="*/ 446634 h 607780"/>
              <a:gd name="connsiteX139" fmla="*/ 457780 w 608697"/>
              <a:gd name="connsiteY139" fmla="*/ 502709 h 607780"/>
              <a:gd name="connsiteX140" fmla="*/ 162983 w 608697"/>
              <a:gd name="connsiteY140" fmla="*/ 502709 h 607780"/>
              <a:gd name="connsiteX141" fmla="*/ 106836 w 608697"/>
              <a:gd name="connsiteY141" fmla="*/ 446634 h 607780"/>
              <a:gd name="connsiteX142" fmla="*/ 106836 w 608697"/>
              <a:gd name="connsiteY142" fmla="*/ 152115 h 607780"/>
              <a:gd name="connsiteX143" fmla="*/ 162983 w 608697"/>
              <a:gd name="connsiteY143" fmla="*/ 96040 h 607780"/>
              <a:gd name="connsiteX144" fmla="*/ 432518 w 608697"/>
              <a:gd name="connsiteY144" fmla="*/ 0 h 607780"/>
              <a:gd name="connsiteX145" fmla="*/ 441669 w 608697"/>
              <a:gd name="connsiteY145" fmla="*/ 9041 h 607780"/>
              <a:gd name="connsiteX146" fmla="*/ 441669 w 608697"/>
              <a:gd name="connsiteY146" fmla="*/ 63289 h 607780"/>
              <a:gd name="connsiteX147" fmla="*/ 432518 w 608697"/>
              <a:gd name="connsiteY147" fmla="*/ 72330 h 607780"/>
              <a:gd name="connsiteX148" fmla="*/ 423463 w 608697"/>
              <a:gd name="connsiteY148" fmla="*/ 63289 h 607780"/>
              <a:gd name="connsiteX149" fmla="*/ 423463 w 608697"/>
              <a:gd name="connsiteY149" fmla="*/ 9041 h 607780"/>
              <a:gd name="connsiteX150" fmla="*/ 432518 w 608697"/>
              <a:gd name="connsiteY150" fmla="*/ 0 h 607780"/>
              <a:gd name="connsiteX151" fmla="*/ 383134 w 608697"/>
              <a:gd name="connsiteY151" fmla="*/ 0 h 607780"/>
              <a:gd name="connsiteX152" fmla="*/ 392202 w 608697"/>
              <a:gd name="connsiteY152" fmla="*/ 9041 h 607780"/>
              <a:gd name="connsiteX153" fmla="*/ 392202 w 608697"/>
              <a:gd name="connsiteY153" fmla="*/ 63289 h 607780"/>
              <a:gd name="connsiteX154" fmla="*/ 383134 w 608697"/>
              <a:gd name="connsiteY154" fmla="*/ 72330 h 607780"/>
              <a:gd name="connsiteX155" fmla="*/ 374067 w 608697"/>
              <a:gd name="connsiteY155" fmla="*/ 63289 h 607780"/>
              <a:gd name="connsiteX156" fmla="*/ 374067 w 608697"/>
              <a:gd name="connsiteY156" fmla="*/ 9041 h 607780"/>
              <a:gd name="connsiteX157" fmla="*/ 383134 w 608697"/>
              <a:gd name="connsiteY157" fmla="*/ 0 h 607780"/>
              <a:gd name="connsiteX158" fmla="*/ 332764 w 608697"/>
              <a:gd name="connsiteY158" fmla="*/ 0 h 607780"/>
              <a:gd name="connsiteX159" fmla="*/ 341819 w 608697"/>
              <a:gd name="connsiteY159" fmla="*/ 9041 h 607780"/>
              <a:gd name="connsiteX160" fmla="*/ 341819 w 608697"/>
              <a:gd name="connsiteY160" fmla="*/ 63289 h 607780"/>
              <a:gd name="connsiteX161" fmla="*/ 332764 w 608697"/>
              <a:gd name="connsiteY161" fmla="*/ 72330 h 607780"/>
              <a:gd name="connsiteX162" fmla="*/ 323613 w 608697"/>
              <a:gd name="connsiteY162" fmla="*/ 63289 h 607780"/>
              <a:gd name="connsiteX163" fmla="*/ 323613 w 608697"/>
              <a:gd name="connsiteY163" fmla="*/ 9041 h 607780"/>
              <a:gd name="connsiteX164" fmla="*/ 332764 w 608697"/>
              <a:gd name="connsiteY164" fmla="*/ 0 h 607780"/>
              <a:gd name="connsiteX165" fmla="*/ 283249 w 608697"/>
              <a:gd name="connsiteY165" fmla="*/ 0 h 607780"/>
              <a:gd name="connsiteX166" fmla="*/ 292282 w 608697"/>
              <a:gd name="connsiteY166" fmla="*/ 9041 h 607780"/>
              <a:gd name="connsiteX167" fmla="*/ 292282 w 608697"/>
              <a:gd name="connsiteY167" fmla="*/ 63289 h 607780"/>
              <a:gd name="connsiteX168" fmla="*/ 283249 w 608697"/>
              <a:gd name="connsiteY168" fmla="*/ 72330 h 607780"/>
              <a:gd name="connsiteX169" fmla="*/ 274217 w 608697"/>
              <a:gd name="connsiteY169" fmla="*/ 63289 h 607780"/>
              <a:gd name="connsiteX170" fmla="*/ 274217 w 608697"/>
              <a:gd name="connsiteY170" fmla="*/ 9041 h 607780"/>
              <a:gd name="connsiteX171" fmla="*/ 283249 w 608697"/>
              <a:gd name="connsiteY171" fmla="*/ 0 h 607780"/>
              <a:gd name="connsiteX172" fmla="*/ 237712 w 608697"/>
              <a:gd name="connsiteY172" fmla="*/ 0 h 607780"/>
              <a:gd name="connsiteX173" fmla="*/ 246767 w 608697"/>
              <a:gd name="connsiteY173" fmla="*/ 9041 h 607780"/>
              <a:gd name="connsiteX174" fmla="*/ 246767 w 608697"/>
              <a:gd name="connsiteY174" fmla="*/ 63289 h 607780"/>
              <a:gd name="connsiteX175" fmla="*/ 237712 w 608697"/>
              <a:gd name="connsiteY175" fmla="*/ 72330 h 607780"/>
              <a:gd name="connsiteX176" fmla="*/ 228561 w 608697"/>
              <a:gd name="connsiteY176" fmla="*/ 63289 h 607780"/>
              <a:gd name="connsiteX177" fmla="*/ 228561 w 608697"/>
              <a:gd name="connsiteY177" fmla="*/ 9041 h 607780"/>
              <a:gd name="connsiteX178" fmla="*/ 237712 w 608697"/>
              <a:gd name="connsiteY178" fmla="*/ 0 h 607780"/>
              <a:gd name="connsiteX179" fmla="*/ 188198 w 608697"/>
              <a:gd name="connsiteY179" fmla="*/ 0 h 607780"/>
              <a:gd name="connsiteX180" fmla="*/ 197231 w 608697"/>
              <a:gd name="connsiteY180" fmla="*/ 9041 h 607780"/>
              <a:gd name="connsiteX181" fmla="*/ 197231 w 608697"/>
              <a:gd name="connsiteY181" fmla="*/ 63289 h 607780"/>
              <a:gd name="connsiteX182" fmla="*/ 188198 w 608697"/>
              <a:gd name="connsiteY182" fmla="*/ 72330 h 607780"/>
              <a:gd name="connsiteX183" fmla="*/ 179166 w 608697"/>
              <a:gd name="connsiteY183" fmla="*/ 63289 h 607780"/>
              <a:gd name="connsiteX184" fmla="*/ 179166 w 608697"/>
              <a:gd name="connsiteY184" fmla="*/ 9041 h 607780"/>
              <a:gd name="connsiteX185" fmla="*/ 188198 w 608697"/>
              <a:gd name="connsiteY185" fmla="*/ 0 h 60778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608697" h="607780">
                <a:moveTo>
                  <a:pt x="432518" y="535450"/>
                </a:moveTo>
                <a:cubicBezTo>
                  <a:pt x="437527" y="535450"/>
                  <a:pt x="441669" y="539490"/>
                  <a:pt x="441669" y="544491"/>
                </a:cubicBezTo>
                <a:lnTo>
                  <a:pt x="441669" y="598739"/>
                </a:lnTo>
                <a:cubicBezTo>
                  <a:pt x="441669" y="603741"/>
                  <a:pt x="437527" y="607780"/>
                  <a:pt x="432518" y="607780"/>
                </a:cubicBezTo>
                <a:cubicBezTo>
                  <a:pt x="427509" y="607780"/>
                  <a:pt x="423463" y="603741"/>
                  <a:pt x="423463" y="598739"/>
                </a:cubicBezTo>
                <a:lnTo>
                  <a:pt x="423463" y="544491"/>
                </a:lnTo>
                <a:cubicBezTo>
                  <a:pt x="423463" y="539490"/>
                  <a:pt x="427509" y="535450"/>
                  <a:pt x="432518" y="535450"/>
                </a:cubicBezTo>
                <a:close/>
                <a:moveTo>
                  <a:pt x="383134" y="535450"/>
                </a:moveTo>
                <a:cubicBezTo>
                  <a:pt x="388150" y="535450"/>
                  <a:pt x="392202" y="539490"/>
                  <a:pt x="392202" y="544491"/>
                </a:cubicBezTo>
                <a:lnTo>
                  <a:pt x="392202" y="598739"/>
                </a:lnTo>
                <a:cubicBezTo>
                  <a:pt x="392202" y="603741"/>
                  <a:pt x="388150" y="607780"/>
                  <a:pt x="383134" y="607780"/>
                </a:cubicBezTo>
                <a:cubicBezTo>
                  <a:pt x="378118" y="607780"/>
                  <a:pt x="374067" y="603741"/>
                  <a:pt x="374067" y="598739"/>
                </a:cubicBezTo>
                <a:lnTo>
                  <a:pt x="374067" y="544491"/>
                </a:lnTo>
                <a:cubicBezTo>
                  <a:pt x="374067" y="539490"/>
                  <a:pt x="378118" y="535450"/>
                  <a:pt x="383134" y="535450"/>
                </a:cubicBezTo>
                <a:close/>
                <a:moveTo>
                  <a:pt x="332764" y="535450"/>
                </a:moveTo>
                <a:cubicBezTo>
                  <a:pt x="337773" y="535450"/>
                  <a:pt x="341819" y="539490"/>
                  <a:pt x="341819" y="544491"/>
                </a:cubicBezTo>
                <a:lnTo>
                  <a:pt x="341819" y="598739"/>
                </a:lnTo>
                <a:cubicBezTo>
                  <a:pt x="341819" y="603741"/>
                  <a:pt x="337773" y="607780"/>
                  <a:pt x="332764" y="607780"/>
                </a:cubicBezTo>
                <a:cubicBezTo>
                  <a:pt x="327755" y="607780"/>
                  <a:pt x="323613" y="603741"/>
                  <a:pt x="323613" y="598739"/>
                </a:cubicBezTo>
                <a:lnTo>
                  <a:pt x="323613" y="544491"/>
                </a:lnTo>
                <a:cubicBezTo>
                  <a:pt x="323613" y="539490"/>
                  <a:pt x="327755" y="535450"/>
                  <a:pt x="332764" y="535450"/>
                </a:cubicBezTo>
                <a:close/>
                <a:moveTo>
                  <a:pt x="283249" y="535450"/>
                </a:moveTo>
                <a:cubicBezTo>
                  <a:pt x="288246" y="535450"/>
                  <a:pt x="292282" y="539490"/>
                  <a:pt x="292282" y="544491"/>
                </a:cubicBezTo>
                <a:lnTo>
                  <a:pt x="292282" y="598739"/>
                </a:lnTo>
                <a:cubicBezTo>
                  <a:pt x="292282" y="603741"/>
                  <a:pt x="288246" y="607780"/>
                  <a:pt x="283249" y="607780"/>
                </a:cubicBezTo>
                <a:cubicBezTo>
                  <a:pt x="278253" y="607780"/>
                  <a:pt x="274217" y="603741"/>
                  <a:pt x="274217" y="598739"/>
                </a:cubicBezTo>
                <a:lnTo>
                  <a:pt x="274217" y="544491"/>
                </a:lnTo>
                <a:cubicBezTo>
                  <a:pt x="274217" y="539490"/>
                  <a:pt x="278253" y="535450"/>
                  <a:pt x="283249" y="535450"/>
                </a:cubicBezTo>
                <a:close/>
                <a:moveTo>
                  <a:pt x="237712" y="535450"/>
                </a:moveTo>
                <a:cubicBezTo>
                  <a:pt x="242625" y="535450"/>
                  <a:pt x="246767" y="539490"/>
                  <a:pt x="246767" y="544491"/>
                </a:cubicBezTo>
                <a:lnTo>
                  <a:pt x="246767" y="598739"/>
                </a:lnTo>
                <a:cubicBezTo>
                  <a:pt x="246767" y="603741"/>
                  <a:pt x="242625" y="607780"/>
                  <a:pt x="237712" y="607780"/>
                </a:cubicBezTo>
                <a:cubicBezTo>
                  <a:pt x="232607" y="607780"/>
                  <a:pt x="228561" y="603741"/>
                  <a:pt x="228561" y="598739"/>
                </a:cubicBezTo>
                <a:lnTo>
                  <a:pt x="228561" y="544491"/>
                </a:lnTo>
                <a:cubicBezTo>
                  <a:pt x="228561" y="539490"/>
                  <a:pt x="232607" y="535450"/>
                  <a:pt x="237712" y="535450"/>
                </a:cubicBezTo>
                <a:close/>
                <a:moveTo>
                  <a:pt x="188175" y="535450"/>
                </a:moveTo>
                <a:cubicBezTo>
                  <a:pt x="193184" y="535450"/>
                  <a:pt x="197230" y="539490"/>
                  <a:pt x="197230" y="544491"/>
                </a:cubicBezTo>
                <a:lnTo>
                  <a:pt x="197230" y="598739"/>
                </a:lnTo>
                <a:cubicBezTo>
                  <a:pt x="197230" y="603741"/>
                  <a:pt x="193184" y="607780"/>
                  <a:pt x="188175" y="607780"/>
                </a:cubicBezTo>
                <a:cubicBezTo>
                  <a:pt x="183166" y="607780"/>
                  <a:pt x="179024" y="603741"/>
                  <a:pt x="179024" y="598739"/>
                </a:cubicBezTo>
                <a:lnTo>
                  <a:pt x="179024" y="544491"/>
                </a:lnTo>
                <a:cubicBezTo>
                  <a:pt x="179024" y="539490"/>
                  <a:pt x="183166" y="535450"/>
                  <a:pt x="188175" y="535450"/>
                </a:cubicBezTo>
                <a:close/>
                <a:moveTo>
                  <a:pt x="545285" y="409985"/>
                </a:moveTo>
                <a:lnTo>
                  <a:pt x="599638" y="409985"/>
                </a:lnTo>
                <a:cubicBezTo>
                  <a:pt x="604650" y="409985"/>
                  <a:pt x="608697" y="414021"/>
                  <a:pt x="608697" y="419018"/>
                </a:cubicBezTo>
                <a:cubicBezTo>
                  <a:pt x="608697" y="424014"/>
                  <a:pt x="604650" y="428050"/>
                  <a:pt x="599638" y="428050"/>
                </a:cubicBezTo>
                <a:lnTo>
                  <a:pt x="545285" y="428050"/>
                </a:lnTo>
                <a:cubicBezTo>
                  <a:pt x="540274" y="428050"/>
                  <a:pt x="536226" y="424014"/>
                  <a:pt x="536226" y="419018"/>
                </a:cubicBezTo>
                <a:cubicBezTo>
                  <a:pt x="536226" y="414021"/>
                  <a:pt x="540274" y="409985"/>
                  <a:pt x="545285" y="409985"/>
                </a:cubicBezTo>
                <a:close/>
                <a:moveTo>
                  <a:pt x="9050" y="409985"/>
                </a:moveTo>
                <a:lnTo>
                  <a:pt x="63350" y="409985"/>
                </a:lnTo>
                <a:cubicBezTo>
                  <a:pt x="68356" y="409985"/>
                  <a:pt x="72400" y="414021"/>
                  <a:pt x="72400" y="419018"/>
                </a:cubicBezTo>
                <a:cubicBezTo>
                  <a:pt x="72400" y="424014"/>
                  <a:pt x="68356" y="428050"/>
                  <a:pt x="63350" y="428050"/>
                </a:cubicBezTo>
                <a:lnTo>
                  <a:pt x="9050" y="428050"/>
                </a:lnTo>
                <a:cubicBezTo>
                  <a:pt x="4043" y="428050"/>
                  <a:pt x="0" y="424014"/>
                  <a:pt x="0" y="419018"/>
                </a:cubicBezTo>
                <a:cubicBezTo>
                  <a:pt x="0" y="414021"/>
                  <a:pt x="4043" y="409985"/>
                  <a:pt x="9050" y="409985"/>
                </a:cubicBezTo>
                <a:close/>
                <a:moveTo>
                  <a:pt x="545285" y="360519"/>
                </a:moveTo>
                <a:lnTo>
                  <a:pt x="599638" y="360519"/>
                </a:lnTo>
                <a:cubicBezTo>
                  <a:pt x="604650" y="360519"/>
                  <a:pt x="608697" y="364565"/>
                  <a:pt x="608697" y="369574"/>
                </a:cubicBezTo>
                <a:cubicBezTo>
                  <a:pt x="608697" y="374679"/>
                  <a:pt x="604650" y="378725"/>
                  <a:pt x="599638" y="378725"/>
                </a:cubicBezTo>
                <a:lnTo>
                  <a:pt x="545285" y="378725"/>
                </a:lnTo>
                <a:cubicBezTo>
                  <a:pt x="540274" y="378725"/>
                  <a:pt x="536226" y="374679"/>
                  <a:pt x="536226" y="369574"/>
                </a:cubicBezTo>
                <a:cubicBezTo>
                  <a:pt x="536226" y="364565"/>
                  <a:pt x="540274" y="360519"/>
                  <a:pt x="545285" y="360519"/>
                </a:cubicBezTo>
                <a:close/>
                <a:moveTo>
                  <a:pt x="9050" y="360519"/>
                </a:moveTo>
                <a:lnTo>
                  <a:pt x="63350" y="360519"/>
                </a:lnTo>
                <a:cubicBezTo>
                  <a:pt x="68356" y="360519"/>
                  <a:pt x="72400" y="364565"/>
                  <a:pt x="72400" y="369574"/>
                </a:cubicBezTo>
                <a:cubicBezTo>
                  <a:pt x="72400" y="374679"/>
                  <a:pt x="68356" y="378725"/>
                  <a:pt x="63350" y="378725"/>
                </a:cubicBezTo>
                <a:lnTo>
                  <a:pt x="9050" y="378725"/>
                </a:lnTo>
                <a:cubicBezTo>
                  <a:pt x="4043" y="378725"/>
                  <a:pt x="0" y="374679"/>
                  <a:pt x="0" y="369574"/>
                </a:cubicBezTo>
                <a:cubicBezTo>
                  <a:pt x="0" y="364565"/>
                  <a:pt x="4043" y="360519"/>
                  <a:pt x="9050" y="360519"/>
                </a:cubicBezTo>
                <a:close/>
                <a:moveTo>
                  <a:pt x="545285" y="314933"/>
                </a:moveTo>
                <a:lnTo>
                  <a:pt x="599638" y="314933"/>
                </a:lnTo>
                <a:cubicBezTo>
                  <a:pt x="604650" y="314933"/>
                  <a:pt x="608697" y="319075"/>
                  <a:pt x="608697" y="324084"/>
                </a:cubicBezTo>
                <a:cubicBezTo>
                  <a:pt x="608697" y="328997"/>
                  <a:pt x="604650" y="333139"/>
                  <a:pt x="599638" y="333139"/>
                </a:cubicBezTo>
                <a:lnTo>
                  <a:pt x="545285" y="333139"/>
                </a:lnTo>
                <a:cubicBezTo>
                  <a:pt x="540274" y="333139"/>
                  <a:pt x="536226" y="328997"/>
                  <a:pt x="536226" y="324084"/>
                </a:cubicBezTo>
                <a:cubicBezTo>
                  <a:pt x="536226" y="319075"/>
                  <a:pt x="540274" y="314933"/>
                  <a:pt x="545285" y="314933"/>
                </a:cubicBezTo>
                <a:close/>
                <a:moveTo>
                  <a:pt x="9050" y="314933"/>
                </a:moveTo>
                <a:lnTo>
                  <a:pt x="63350" y="314933"/>
                </a:lnTo>
                <a:cubicBezTo>
                  <a:pt x="68356" y="314933"/>
                  <a:pt x="72400" y="319075"/>
                  <a:pt x="72400" y="324084"/>
                </a:cubicBezTo>
                <a:cubicBezTo>
                  <a:pt x="72400" y="328997"/>
                  <a:pt x="68356" y="333139"/>
                  <a:pt x="63350" y="333139"/>
                </a:cubicBezTo>
                <a:lnTo>
                  <a:pt x="9050" y="333139"/>
                </a:lnTo>
                <a:cubicBezTo>
                  <a:pt x="4043" y="333139"/>
                  <a:pt x="0" y="328997"/>
                  <a:pt x="0" y="324084"/>
                </a:cubicBezTo>
                <a:cubicBezTo>
                  <a:pt x="0" y="319075"/>
                  <a:pt x="4043" y="314933"/>
                  <a:pt x="9050" y="314933"/>
                </a:cubicBezTo>
                <a:close/>
                <a:moveTo>
                  <a:pt x="545285" y="265608"/>
                </a:moveTo>
                <a:lnTo>
                  <a:pt x="599638" y="265608"/>
                </a:lnTo>
                <a:cubicBezTo>
                  <a:pt x="604650" y="265608"/>
                  <a:pt x="608697" y="269654"/>
                  <a:pt x="608697" y="274759"/>
                </a:cubicBezTo>
                <a:cubicBezTo>
                  <a:pt x="608697" y="279768"/>
                  <a:pt x="604650" y="283814"/>
                  <a:pt x="599638" y="283814"/>
                </a:cubicBezTo>
                <a:lnTo>
                  <a:pt x="545285" y="283814"/>
                </a:lnTo>
                <a:cubicBezTo>
                  <a:pt x="540274" y="283814"/>
                  <a:pt x="536226" y="279768"/>
                  <a:pt x="536226" y="274759"/>
                </a:cubicBezTo>
                <a:cubicBezTo>
                  <a:pt x="536226" y="269654"/>
                  <a:pt x="540274" y="265608"/>
                  <a:pt x="545285" y="265608"/>
                </a:cubicBezTo>
                <a:close/>
                <a:moveTo>
                  <a:pt x="9050" y="265608"/>
                </a:moveTo>
                <a:lnTo>
                  <a:pt x="63350" y="265608"/>
                </a:lnTo>
                <a:cubicBezTo>
                  <a:pt x="68356" y="265608"/>
                  <a:pt x="72400" y="269654"/>
                  <a:pt x="72400" y="274759"/>
                </a:cubicBezTo>
                <a:cubicBezTo>
                  <a:pt x="72400" y="279768"/>
                  <a:pt x="68356" y="283814"/>
                  <a:pt x="63350" y="283814"/>
                </a:cubicBezTo>
                <a:lnTo>
                  <a:pt x="9050" y="283814"/>
                </a:lnTo>
                <a:cubicBezTo>
                  <a:pt x="4043" y="283814"/>
                  <a:pt x="0" y="279768"/>
                  <a:pt x="0" y="274759"/>
                </a:cubicBezTo>
                <a:cubicBezTo>
                  <a:pt x="0" y="269654"/>
                  <a:pt x="4043" y="265608"/>
                  <a:pt x="9050" y="265608"/>
                </a:cubicBezTo>
                <a:close/>
                <a:moveTo>
                  <a:pt x="545285" y="215295"/>
                </a:moveTo>
                <a:lnTo>
                  <a:pt x="599638" y="215295"/>
                </a:lnTo>
                <a:cubicBezTo>
                  <a:pt x="604650" y="215295"/>
                  <a:pt x="608697" y="219346"/>
                  <a:pt x="608697" y="224362"/>
                </a:cubicBezTo>
                <a:cubicBezTo>
                  <a:pt x="608697" y="229378"/>
                  <a:pt x="604650" y="233430"/>
                  <a:pt x="599638" y="233430"/>
                </a:cubicBezTo>
                <a:lnTo>
                  <a:pt x="545285" y="233430"/>
                </a:lnTo>
                <a:cubicBezTo>
                  <a:pt x="540274" y="233430"/>
                  <a:pt x="536226" y="229378"/>
                  <a:pt x="536226" y="224362"/>
                </a:cubicBezTo>
                <a:cubicBezTo>
                  <a:pt x="536226" y="219346"/>
                  <a:pt x="540274" y="215295"/>
                  <a:pt x="545285" y="215295"/>
                </a:cubicBezTo>
                <a:close/>
                <a:moveTo>
                  <a:pt x="9050" y="215295"/>
                </a:moveTo>
                <a:lnTo>
                  <a:pt x="63350" y="215295"/>
                </a:lnTo>
                <a:cubicBezTo>
                  <a:pt x="68356" y="215295"/>
                  <a:pt x="72400" y="219346"/>
                  <a:pt x="72400" y="224362"/>
                </a:cubicBezTo>
                <a:cubicBezTo>
                  <a:pt x="72400" y="229378"/>
                  <a:pt x="68356" y="233430"/>
                  <a:pt x="63350" y="233430"/>
                </a:cubicBezTo>
                <a:lnTo>
                  <a:pt x="9050" y="233430"/>
                </a:lnTo>
                <a:cubicBezTo>
                  <a:pt x="4043" y="233430"/>
                  <a:pt x="0" y="229378"/>
                  <a:pt x="0" y="224362"/>
                </a:cubicBezTo>
                <a:cubicBezTo>
                  <a:pt x="0" y="219346"/>
                  <a:pt x="4043" y="215295"/>
                  <a:pt x="9050" y="215295"/>
                </a:cubicBezTo>
                <a:close/>
                <a:moveTo>
                  <a:pt x="217493" y="199054"/>
                </a:moveTo>
                <a:lnTo>
                  <a:pt x="217493" y="388249"/>
                </a:lnTo>
                <a:lnTo>
                  <a:pt x="405197" y="388249"/>
                </a:lnTo>
                <a:lnTo>
                  <a:pt x="405197" y="199054"/>
                </a:lnTo>
                <a:close/>
                <a:moveTo>
                  <a:pt x="545285" y="165899"/>
                </a:moveTo>
                <a:lnTo>
                  <a:pt x="599638" y="165899"/>
                </a:lnTo>
                <a:cubicBezTo>
                  <a:pt x="604650" y="165899"/>
                  <a:pt x="608697" y="170025"/>
                  <a:pt x="608697" y="174918"/>
                </a:cubicBezTo>
                <a:cubicBezTo>
                  <a:pt x="608697" y="179908"/>
                  <a:pt x="604650" y="184034"/>
                  <a:pt x="599638" y="184034"/>
                </a:cubicBezTo>
                <a:lnTo>
                  <a:pt x="545285" y="184034"/>
                </a:lnTo>
                <a:cubicBezTo>
                  <a:pt x="540274" y="184034"/>
                  <a:pt x="536226" y="179908"/>
                  <a:pt x="536226" y="174918"/>
                </a:cubicBezTo>
                <a:cubicBezTo>
                  <a:pt x="536226" y="170025"/>
                  <a:pt x="540274" y="165899"/>
                  <a:pt x="545285" y="165899"/>
                </a:cubicBezTo>
                <a:close/>
                <a:moveTo>
                  <a:pt x="9050" y="165899"/>
                </a:moveTo>
                <a:lnTo>
                  <a:pt x="63350" y="165899"/>
                </a:lnTo>
                <a:cubicBezTo>
                  <a:pt x="68356" y="165899"/>
                  <a:pt x="72400" y="170025"/>
                  <a:pt x="72400" y="175014"/>
                </a:cubicBezTo>
                <a:cubicBezTo>
                  <a:pt x="72400" y="179908"/>
                  <a:pt x="68356" y="184034"/>
                  <a:pt x="63350" y="184034"/>
                </a:cubicBezTo>
                <a:lnTo>
                  <a:pt x="9050" y="184034"/>
                </a:lnTo>
                <a:cubicBezTo>
                  <a:pt x="4043" y="184034"/>
                  <a:pt x="0" y="179908"/>
                  <a:pt x="0" y="175014"/>
                </a:cubicBezTo>
                <a:cubicBezTo>
                  <a:pt x="0" y="170025"/>
                  <a:pt x="4043" y="165899"/>
                  <a:pt x="9050" y="165899"/>
                </a:cubicBezTo>
                <a:close/>
                <a:moveTo>
                  <a:pt x="191490" y="149807"/>
                </a:moveTo>
                <a:cubicBezTo>
                  <a:pt x="181570" y="149807"/>
                  <a:pt x="173577" y="157790"/>
                  <a:pt x="173577" y="167697"/>
                </a:cubicBezTo>
                <a:cubicBezTo>
                  <a:pt x="173577" y="177508"/>
                  <a:pt x="181570" y="185588"/>
                  <a:pt x="191490" y="185588"/>
                </a:cubicBezTo>
                <a:cubicBezTo>
                  <a:pt x="201313" y="185588"/>
                  <a:pt x="209403" y="177508"/>
                  <a:pt x="209403" y="167697"/>
                </a:cubicBezTo>
                <a:cubicBezTo>
                  <a:pt x="209403" y="157790"/>
                  <a:pt x="201313" y="149807"/>
                  <a:pt x="191490" y="149807"/>
                </a:cubicBezTo>
                <a:close/>
                <a:moveTo>
                  <a:pt x="162983" y="96040"/>
                </a:moveTo>
                <a:lnTo>
                  <a:pt x="457780" y="96040"/>
                </a:lnTo>
                <a:cubicBezTo>
                  <a:pt x="488791" y="96040"/>
                  <a:pt x="513928" y="121240"/>
                  <a:pt x="513928" y="152115"/>
                </a:cubicBezTo>
                <a:lnTo>
                  <a:pt x="513928" y="446634"/>
                </a:lnTo>
                <a:cubicBezTo>
                  <a:pt x="513928" y="477509"/>
                  <a:pt x="488791" y="502709"/>
                  <a:pt x="457780" y="502709"/>
                </a:cubicBezTo>
                <a:lnTo>
                  <a:pt x="162983" y="502709"/>
                </a:lnTo>
                <a:cubicBezTo>
                  <a:pt x="131972" y="502709"/>
                  <a:pt x="106836" y="477509"/>
                  <a:pt x="106836" y="446634"/>
                </a:cubicBezTo>
                <a:lnTo>
                  <a:pt x="106836" y="152115"/>
                </a:lnTo>
                <a:cubicBezTo>
                  <a:pt x="106836" y="121240"/>
                  <a:pt x="131972" y="96040"/>
                  <a:pt x="162983" y="96040"/>
                </a:cubicBezTo>
                <a:close/>
                <a:moveTo>
                  <a:pt x="432518" y="0"/>
                </a:moveTo>
                <a:cubicBezTo>
                  <a:pt x="437527" y="0"/>
                  <a:pt x="441669" y="4039"/>
                  <a:pt x="441669" y="9041"/>
                </a:cubicBezTo>
                <a:lnTo>
                  <a:pt x="441669" y="63289"/>
                </a:lnTo>
                <a:cubicBezTo>
                  <a:pt x="441669" y="68290"/>
                  <a:pt x="437527" y="72330"/>
                  <a:pt x="432518" y="72330"/>
                </a:cubicBezTo>
                <a:cubicBezTo>
                  <a:pt x="427605" y="72330"/>
                  <a:pt x="423463" y="68290"/>
                  <a:pt x="423463" y="63289"/>
                </a:cubicBezTo>
                <a:lnTo>
                  <a:pt x="423463" y="9041"/>
                </a:lnTo>
                <a:cubicBezTo>
                  <a:pt x="423463" y="4039"/>
                  <a:pt x="427509" y="0"/>
                  <a:pt x="432518" y="0"/>
                </a:cubicBezTo>
                <a:close/>
                <a:moveTo>
                  <a:pt x="383134" y="0"/>
                </a:moveTo>
                <a:cubicBezTo>
                  <a:pt x="388150" y="0"/>
                  <a:pt x="392202" y="4039"/>
                  <a:pt x="392202" y="9041"/>
                </a:cubicBezTo>
                <a:lnTo>
                  <a:pt x="392202" y="63289"/>
                </a:lnTo>
                <a:cubicBezTo>
                  <a:pt x="392202" y="68290"/>
                  <a:pt x="388150" y="72330"/>
                  <a:pt x="383134" y="72330"/>
                </a:cubicBezTo>
                <a:cubicBezTo>
                  <a:pt x="378118" y="72330"/>
                  <a:pt x="374067" y="68290"/>
                  <a:pt x="374067" y="63289"/>
                </a:cubicBezTo>
                <a:lnTo>
                  <a:pt x="374067" y="9041"/>
                </a:lnTo>
                <a:cubicBezTo>
                  <a:pt x="374067" y="4039"/>
                  <a:pt x="378118" y="0"/>
                  <a:pt x="383134" y="0"/>
                </a:cubicBezTo>
                <a:close/>
                <a:moveTo>
                  <a:pt x="332764" y="0"/>
                </a:moveTo>
                <a:cubicBezTo>
                  <a:pt x="337773" y="0"/>
                  <a:pt x="341819" y="4039"/>
                  <a:pt x="341819" y="9041"/>
                </a:cubicBezTo>
                <a:lnTo>
                  <a:pt x="341819" y="63289"/>
                </a:lnTo>
                <a:cubicBezTo>
                  <a:pt x="341819" y="68290"/>
                  <a:pt x="337773" y="72330"/>
                  <a:pt x="332764" y="72330"/>
                </a:cubicBezTo>
                <a:cubicBezTo>
                  <a:pt x="327755" y="72330"/>
                  <a:pt x="323613" y="68290"/>
                  <a:pt x="323613" y="63289"/>
                </a:cubicBezTo>
                <a:lnTo>
                  <a:pt x="323613" y="9041"/>
                </a:lnTo>
                <a:cubicBezTo>
                  <a:pt x="323613" y="4039"/>
                  <a:pt x="327755" y="0"/>
                  <a:pt x="332764" y="0"/>
                </a:cubicBezTo>
                <a:close/>
                <a:moveTo>
                  <a:pt x="283249" y="0"/>
                </a:moveTo>
                <a:cubicBezTo>
                  <a:pt x="288246" y="0"/>
                  <a:pt x="292282" y="4039"/>
                  <a:pt x="292282" y="9041"/>
                </a:cubicBezTo>
                <a:lnTo>
                  <a:pt x="292282" y="63289"/>
                </a:lnTo>
                <a:cubicBezTo>
                  <a:pt x="292282" y="68290"/>
                  <a:pt x="288246" y="72330"/>
                  <a:pt x="283249" y="72330"/>
                </a:cubicBezTo>
                <a:cubicBezTo>
                  <a:pt x="278253" y="72330"/>
                  <a:pt x="274217" y="68290"/>
                  <a:pt x="274217" y="63289"/>
                </a:cubicBezTo>
                <a:lnTo>
                  <a:pt x="274217" y="9041"/>
                </a:lnTo>
                <a:cubicBezTo>
                  <a:pt x="274217" y="4039"/>
                  <a:pt x="278253" y="0"/>
                  <a:pt x="283249" y="0"/>
                </a:cubicBezTo>
                <a:close/>
                <a:moveTo>
                  <a:pt x="237712" y="0"/>
                </a:moveTo>
                <a:cubicBezTo>
                  <a:pt x="242625" y="0"/>
                  <a:pt x="246767" y="4039"/>
                  <a:pt x="246767" y="9041"/>
                </a:cubicBezTo>
                <a:lnTo>
                  <a:pt x="246767" y="63289"/>
                </a:lnTo>
                <a:cubicBezTo>
                  <a:pt x="246767" y="68290"/>
                  <a:pt x="242625" y="72330"/>
                  <a:pt x="237712" y="72330"/>
                </a:cubicBezTo>
                <a:cubicBezTo>
                  <a:pt x="232607" y="72330"/>
                  <a:pt x="228561" y="68290"/>
                  <a:pt x="228561" y="63289"/>
                </a:cubicBezTo>
                <a:lnTo>
                  <a:pt x="228561" y="9041"/>
                </a:lnTo>
                <a:cubicBezTo>
                  <a:pt x="228561" y="4039"/>
                  <a:pt x="232607" y="0"/>
                  <a:pt x="237712" y="0"/>
                </a:cubicBezTo>
                <a:close/>
                <a:moveTo>
                  <a:pt x="188198" y="0"/>
                </a:moveTo>
                <a:cubicBezTo>
                  <a:pt x="193195" y="0"/>
                  <a:pt x="197231" y="4039"/>
                  <a:pt x="197231" y="9041"/>
                </a:cubicBezTo>
                <a:lnTo>
                  <a:pt x="197231" y="63289"/>
                </a:lnTo>
                <a:cubicBezTo>
                  <a:pt x="197231" y="68290"/>
                  <a:pt x="193195" y="72330"/>
                  <a:pt x="188198" y="72330"/>
                </a:cubicBezTo>
                <a:cubicBezTo>
                  <a:pt x="183202" y="72330"/>
                  <a:pt x="179166" y="68290"/>
                  <a:pt x="179166" y="63289"/>
                </a:cubicBezTo>
                <a:lnTo>
                  <a:pt x="179166" y="9041"/>
                </a:lnTo>
                <a:cubicBezTo>
                  <a:pt x="179166" y="4039"/>
                  <a:pt x="183202" y="0"/>
                  <a:pt x="18819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19">
            <a:extLst>
              <a:ext uri="{FF2B5EF4-FFF2-40B4-BE49-F238E27FC236}">
                <a16:creationId xmlns:a16="http://schemas.microsoft.com/office/drawing/2014/main" id="{BD6E4215-EC28-78B0-53D8-5674E600B7F4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342189" y="5341551"/>
            <a:ext cx="797004" cy="7970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50800" dir="2700000" algn="tl" rotWithShape="0">
              <a:schemeClr val="accent2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20">
            <a:extLst>
              <a:ext uri="{FF2B5EF4-FFF2-40B4-BE49-F238E27FC236}">
                <a16:creationId xmlns:a16="http://schemas.microsoft.com/office/drawing/2014/main" id="{27EB727E-3432-BC15-0343-544A2FE860E1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97595" y="5341551"/>
            <a:ext cx="797004" cy="797004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50800" dir="2700000" algn="tl" rotWithShape="0">
              <a:schemeClr val="accent3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21">
            <a:extLst>
              <a:ext uri="{FF2B5EF4-FFF2-40B4-BE49-F238E27FC236}">
                <a16:creationId xmlns:a16="http://schemas.microsoft.com/office/drawing/2014/main" id="{AEA26064-AA4C-599E-BD8E-A8C0F8B8B03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052807" y="5341551"/>
            <a:ext cx="797004" cy="797004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50800" dir="2700000" algn="tl" rotWithShape="0">
              <a:schemeClr val="accent4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2">
            <a:extLst>
              <a:ext uri="{FF2B5EF4-FFF2-40B4-BE49-F238E27FC236}">
                <a16:creationId xmlns:a16="http://schemas.microsoft.com/office/drawing/2014/main" id="{17E40C1B-39D5-54E9-EA8D-637C13BCDB77}"/>
              </a:ext>
            </a:extLst>
          </p:cNvPr>
          <p:cNvSpPr>
            <a:spLocks noChangeAspect="1"/>
          </p:cNvSpPr>
          <p:nvPr>
            <p:custDataLst>
              <p:tags r:id="rId25"/>
            </p:custDataLst>
          </p:nvPr>
        </p:nvSpPr>
        <p:spPr bwMode="auto">
          <a:xfrm>
            <a:off x="8205400" y="5469273"/>
            <a:ext cx="491817" cy="541559"/>
          </a:xfrm>
          <a:custGeom>
            <a:gdLst>
              <a:gd name="T0" fmla="*/ 409 w 409"/>
              <a:gd name="T1" fmla="*/ 391 h 451"/>
              <a:gd name="T2" fmla="*/ 409 w 409"/>
              <a:gd name="T3" fmla="*/ 451 h 451"/>
              <a:gd name="T4" fmla="*/ 0 w 409"/>
              <a:gd name="T5" fmla="*/ 451 h 451"/>
              <a:gd name="T6" fmla="*/ 0 w 409"/>
              <a:gd name="T7" fmla="*/ 391 h 451"/>
              <a:gd name="T8" fmla="*/ 54 w 409"/>
              <a:gd name="T9" fmla="*/ 314 h 451"/>
              <a:gd name="T10" fmla="*/ 121 w 409"/>
              <a:gd name="T11" fmla="*/ 282 h 451"/>
              <a:gd name="T12" fmla="*/ 167 w 409"/>
              <a:gd name="T13" fmla="*/ 378 h 451"/>
              <a:gd name="T14" fmla="*/ 190 w 409"/>
              <a:gd name="T15" fmla="*/ 314 h 451"/>
              <a:gd name="T16" fmla="*/ 205 w 409"/>
              <a:gd name="T17" fmla="*/ 316 h 451"/>
              <a:gd name="T18" fmla="*/ 219 w 409"/>
              <a:gd name="T19" fmla="*/ 314 h 451"/>
              <a:gd name="T20" fmla="*/ 241 w 409"/>
              <a:gd name="T21" fmla="*/ 375 h 451"/>
              <a:gd name="T22" fmla="*/ 286 w 409"/>
              <a:gd name="T23" fmla="*/ 281 h 451"/>
              <a:gd name="T24" fmla="*/ 355 w 409"/>
              <a:gd name="T25" fmla="*/ 314 h 451"/>
              <a:gd name="T26" fmla="*/ 409 w 409"/>
              <a:gd name="T27" fmla="*/ 391 h 451"/>
              <a:gd name="T28" fmla="*/ 60 w 409"/>
              <a:gd name="T29" fmla="*/ 181 h 451"/>
              <a:gd name="T30" fmla="*/ 60 w 409"/>
              <a:gd name="T31" fmla="*/ 137 h 451"/>
              <a:gd name="T32" fmla="*/ 70 w 409"/>
              <a:gd name="T33" fmla="*/ 120 h 451"/>
              <a:gd name="T34" fmla="*/ 205 w 409"/>
              <a:gd name="T35" fmla="*/ 0 h 451"/>
              <a:gd name="T36" fmla="*/ 339 w 409"/>
              <a:gd name="T37" fmla="*/ 120 h 451"/>
              <a:gd name="T38" fmla="*/ 349 w 409"/>
              <a:gd name="T39" fmla="*/ 137 h 451"/>
              <a:gd name="T40" fmla="*/ 349 w 409"/>
              <a:gd name="T41" fmla="*/ 181 h 451"/>
              <a:gd name="T42" fmla="*/ 328 w 409"/>
              <a:gd name="T43" fmla="*/ 202 h 451"/>
              <a:gd name="T44" fmla="*/ 307 w 409"/>
              <a:gd name="T45" fmla="*/ 181 h 451"/>
              <a:gd name="T46" fmla="*/ 307 w 409"/>
              <a:gd name="T47" fmla="*/ 172 h 451"/>
              <a:gd name="T48" fmla="*/ 205 w 409"/>
              <a:gd name="T49" fmla="*/ 281 h 451"/>
              <a:gd name="T50" fmla="*/ 102 w 409"/>
              <a:gd name="T51" fmla="*/ 172 h 451"/>
              <a:gd name="T52" fmla="*/ 102 w 409"/>
              <a:gd name="T53" fmla="*/ 181 h 451"/>
              <a:gd name="T54" fmla="*/ 87 w 409"/>
              <a:gd name="T55" fmla="*/ 201 h 451"/>
              <a:gd name="T56" fmla="*/ 140 w 409"/>
              <a:gd name="T57" fmla="*/ 269 h 451"/>
              <a:gd name="T58" fmla="*/ 156 w 409"/>
              <a:gd name="T59" fmla="*/ 271 h 451"/>
              <a:gd name="T60" fmla="*/ 166 w 409"/>
              <a:gd name="T61" fmla="*/ 292 h 451"/>
              <a:gd name="T62" fmla="*/ 143 w 409"/>
              <a:gd name="T63" fmla="*/ 295 h 451"/>
              <a:gd name="T64" fmla="*/ 132 w 409"/>
              <a:gd name="T65" fmla="*/ 280 h 451"/>
              <a:gd name="T66" fmla="*/ 73 w 409"/>
              <a:gd name="T67" fmla="*/ 200 h 451"/>
              <a:gd name="T68" fmla="*/ 60 w 409"/>
              <a:gd name="T69" fmla="*/ 181 h 451"/>
              <a:gd name="T70" fmla="*/ 84 w 409"/>
              <a:gd name="T71" fmla="*/ 115 h 451"/>
              <a:gd name="T72" fmla="*/ 86 w 409"/>
              <a:gd name="T73" fmla="*/ 115 h 451"/>
              <a:gd name="T74" fmla="*/ 89 w 409"/>
              <a:gd name="T75" fmla="*/ 118 h 451"/>
              <a:gd name="T76" fmla="*/ 100 w 409"/>
              <a:gd name="T77" fmla="*/ 128 h 451"/>
              <a:gd name="T78" fmla="*/ 205 w 409"/>
              <a:gd name="T79" fmla="*/ 40 h 451"/>
              <a:gd name="T80" fmla="*/ 309 w 409"/>
              <a:gd name="T81" fmla="*/ 128 h 451"/>
              <a:gd name="T82" fmla="*/ 325 w 409"/>
              <a:gd name="T83" fmla="*/ 117 h 451"/>
              <a:gd name="T84" fmla="*/ 205 w 409"/>
              <a:gd name="T85" fmla="*/ 13 h 451"/>
              <a:gd name="T86" fmla="*/ 84 w 409"/>
              <a:gd name="T87" fmla="*/ 115 h 45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09" h="451">
                <a:moveTo>
                  <a:pt x="409" y="391"/>
                </a:moveTo>
                <a:lnTo>
                  <a:pt x="409" y="451"/>
                </a:lnTo>
                <a:lnTo>
                  <a:pt x="0" y="451"/>
                </a:lnTo>
                <a:lnTo>
                  <a:pt x="0" y="391"/>
                </a:lnTo>
                <a:cubicBezTo>
                  <a:pt x="0" y="363"/>
                  <a:pt x="25" y="328"/>
                  <a:pt x="54" y="314"/>
                </a:cubicBezTo>
                <a:lnTo>
                  <a:pt x="121" y="282"/>
                </a:lnTo>
                <a:lnTo>
                  <a:pt x="167" y="378"/>
                </a:lnTo>
                <a:lnTo>
                  <a:pt x="190" y="314"/>
                </a:lnTo>
                <a:cubicBezTo>
                  <a:pt x="195" y="315"/>
                  <a:pt x="200" y="316"/>
                  <a:pt x="205" y="316"/>
                </a:cubicBezTo>
                <a:cubicBezTo>
                  <a:pt x="209" y="316"/>
                  <a:pt x="214" y="315"/>
                  <a:pt x="219" y="314"/>
                </a:cubicBezTo>
                <a:lnTo>
                  <a:pt x="241" y="375"/>
                </a:lnTo>
                <a:lnTo>
                  <a:pt x="286" y="281"/>
                </a:lnTo>
                <a:lnTo>
                  <a:pt x="355" y="314"/>
                </a:lnTo>
                <a:cubicBezTo>
                  <a:pt x="385" y="328"/>
                  <a:pt x="409" y="363"/>
                  <a:pt x="409" y="391"/>
                </a:cubicBezTo>
                <a:close/>
                <a:moveTo>
                  <a:pt x="60" y="181"/>
                </a:moveTo>
                <a:lnTo>
                  <a:pt x="60" y="137"/>
                </a:lnTo>
                <a:cubicBezTo>
                  <a:pt x="60" y="130"/>
                  <a:pt x="64" y="124"/>
                  <a:pt x="70" y="120"/>
                </a:cubicBezTo>
                <a:cubicBezTo>
                  <a:pt x="78" y="53"/>
                  <a:pt x="135" y="0"/>
                  <a:pt x="205" y="0"/>
                </a:cubicBezTo>
                <a:cubicBezTo>
                  <a:pt x="274" y="0"/>
                  <a:pt x="331" y="53"/>
                  <a:pt x="339" y="120"/>
                </a:cubicBezTo>
                <a:cubicBezTo>
                  <a:pt x="345" y="124"/>
                  <a:pt x="349" y="130"/>
                  <a:pt x="349" y="137"/>
                </a:cubicBezTo>
                <a:lnTo>
                  <a:pt x="349" y="181"/>
                </a:lnTo>
                <a:cubicBezTo>
                  <a:pt x="349" y="192"/>
                  <a:pt x="339" y="202"/>
                  <a:pt x="328" y="202"/>
                </a:cubicBezTo>
                <a:cubicBezTo>
                  <a:pt x="316" y="202"/>
                  <a:pt x="307" y="192"/>
                  <a:pt x="307" y="181"/>
                </a:cubicBezTo>
                <a:lnTo>
                  <a:pt x="307" y="172"/>
                </a:lnTo>
                <a:cubicBezTo>
                  <a:pt x="296" y="228"/>
                  <a:pt x="254" y="281"/>
                  <a:pt x="205" y="281"/>
                </a:cubicBezTo>
                <a:cubicBezTo>
                  <a:pt x="155" y="281"/>
                  <a:pt x="113" y="228"/>
                  <a:pt x="102" y="172"/>
                </a:cubicBezTo>
                <a:lnTo>
                  <a:pt x="102" y="181"/>
                </a:lnTo>
                <a:cubicBezTo>
                  <a:pt x="102" y="190"/>
                  <a:pt x="96" y="198"/>
                  <a:pt x="87" y="201"/>
                </a:cubicBezTo>
                <a:cubicBezTo>
                  <a:pt x="96" y="229"/>
                  <a:pt x="114" y="253"/>
                  <a:pt x="140" y="269"/>
                </a:cubicBezTo>
                <a:cubicBezTo>
                  <a:pt x="144" y="268"/>
                  <a:pt x="150" y="268"/>
                  <a:pt x="156" y="271"/>
                </a:cubicBezTo>
                <a:cubicBezTo>
                  <a:pt x="165" y="276"/>
                  <a:pt x="170" y="285"/>
                  <a:pt x="166" y="292"/>
                </a:cubicBezTo>
                <a:cubicBezTo>
                  <a:pt x="163" y="298"/>
                  <a:pt x="153" y="300"/>
                  <a:pt x="143" y="295"/>
                </a:cubicBezTo>
                <a:cubicBezTo>
                  <a:pt x="137" y="292"/>
                  <a:pt x="132" y="286"/>
                  <a:pt x="132" y="280"/>
                </a:cubicBezTo>
                <a:cubicBezTo>
                  <a:pt x="103" y="261"/>
                  <a:pt x="82" y="233"/>
                  <a:pt x="73" y="200"/>
                </a:cubicBezTo>
                <a:cubicBezTo>
                  <a:pt x="66" y="197"/>
                  <a:pt x="60" y="190"/>
                  <a:pt x="60" y="181"/>
                </a:cubicBezTo>
                <a:close/>
                <a:moveTo>
                  <a:pt x="84" y="115"/>
                </a:moveTo>
                <a:cubicBezTo>
                  <a:pt x="85" y="115"/>
                  <a:pt x="85" y="115"/>
                  <a:pt x="86" y="115"/>
                </a:cubicBezTo>
                <a:cubicBezTo>
                  <a:pt x="88" y="116"/>
                  <a:pt x="89" y="117"/>
                  <a:pt x="89" y="118"/>
                </a:cubicBezTo>
                <a:cubicBezTo>
                  <a:pt x="94" y="120"/>
                  <a:pt x="98" y="124"/>
                  <a:pt x="100" y="128"/>
                </a:cubicBezTo>
                <a:cubicBezTo>
                  <a:pt x="106" y="70"/>
                  <a:pt x="150" y="40"/>
                  <a:pt x="205" y="40"/>
                </a:cubicBezTo>
                <a:cubicBezTo>
                  <a:pt x="259" y="40"/>
                  <a:pt x="303" y="70"/>
                  <a:pt x="309" y="128"/>
                </a:cubicBezTo>
                <a:cubicBezTo>
                  <a:pt x="312" y="122"/>
                  <a:pt x="318" y="118"/>
                  <a:pt x="325" y="117"/>
                </a:cubicBezTo>
                <a:cubicBezTo>
                  <a:pt x="316" y="58"/>
                  <a:pt x="266" y="13"/>
                  <a:pt x="205" y="13"/>
                </a:cubicBezTo>
                <a:cubicBezTo>
                  <a:pt x="144" y="13"/>
                  <a:pt x="94" y="57"/>
                  <a:pt x="84" y="11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Shape3">
            <a:extLst>
              <a:ext uri="{FF2B5EF4-FFF2-40B4-BE49-F238E27FC236}">
                <a16:creationId xmlns:a16="http://schemas.microsoft.com/office/drawing/2014/main" id="{31467E45-505D-7C30-C6CF-8B2CD58C7069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3454471" y="5454115"/>
            <a:ext cx="572441" cy="571876"/>
          </a:xfrm>
          <a:custGeom>
            <a:gdLst>
              <a:gd name="connsiteX0" fmla="*/ 1837373 w 1890117"/>
              <a:gd name="connsiteY0" fmla="*/ 347663 h 1888256"/>
              <a:gd name="connsiteX1" fmla="*/ 956310 w 1890117"/>
              <a:gd name="connsiteY1" fmla="*/ 714375 h 1888256"/>
              <a:gd name="connsiteX2" fmla="*/ 73343 w 1890117"/>
              <a:gd name="connsiteY2" fmla="*/ 347663 h 1888256"/>
              <a:gd name="connsiteX3" fmla="*/ 954405 w 1890117"/>
              <a:gd name="connsiteY3" fmla="*/ 0 h 1888256"/>
              <a:gd name="connsiteX4" fmla="*/ 1837373 w 1890117"/>
              <a:gd name="connsiteY4" fmla="*/ 347663 h 1888256"/>
              <a:gd name="connsiteX5" fmla="*/ 952 w 1890117"/>
              <a:gd name="connsiteY5" fmla="*/ 500063 h 1888256"/>
              <a:gd name="connsiteX6" fmla="*/ 880110 w 1890117"/>
              <a:gd name="connsiteY6" fmla="*/ 874395 h 1888256"/>
              <a:gd name="connsiteX7" fmla="*/ 880110 w 1890117"/>
              <a:gd name="connsiteY7" fmla="*/ 1889756 h 1888256"/>
              <a:gd name="connsiteX8" fmla="*/ 661988 w 1890117"/>
              <a:gd name="connsiteY8" fmla="*/ 1790700 h 1888256"/>
              <a:gd name="connsiteX9" fmla="*/ 442913 w 1890117"/>
              <a:gd name="connsiteY9" fmla="*/ 1693545 h 1888256"/>
              <a:gd name="connsiteX10" fmla="*/ 198120 w 1890117"/>
              <a:gd name="connsiteY10" fmla="*/ 1586865 h 1888256"/>
              <a:gd name="connsiteX11" fmla="*/ 117158 w 1890117"/>
              <a:gd name="connsiteY11" fmla="*/ 1532573 h 1888256"/>
              <a:gd name="connsiteX12" fmla="*/ 54293 w 1890117"/>
              <a:gd name="connsiteY12" fmla="*/ 1458278 h 1888256"/>
              <a:gd name="connsiteX13" fmla="*/ 14287 w 1890117"/>
              <a:gd name="connsiteY13" fmla="*/ 1372553 h 1888256"/>
              <a:gd name="connsiteX14" fmla="*/ 0 w 1890117"/>
              <a:gd name="connsiteY14" fmla="*/ 1283970 h 1888256"/>
              <a:gd name="connsiteX15" fmla="*/ 952 w 1890117"/>
              <a:gd name="connsiteY15" fmla="*/ 500063 h 1888256"/>
              <a:gd name="connsiteX16" fmla="*/ 1891665 w 1890117"/>
              <a:gd name="connsiteY16" fmla="*/ 500063 h 1888256"/>
              <a:gd name="connsiteX17" fmla="*/ 1891665 w 1890117"/>
              <a:gd name="connsiteY17" fmla="*/ 1280160 h 1888256"/>
              <a:gd name="connsiteX18" fmla="*/ 1871666 w 1890117"/>
              <a:gd name="connsiteY18" fmla="*/ 1383983 h 1888256"/>
              <a:gd name="connsiteX19" fmla="*/ 1820228 w 1890117"/>
              <a:gd name="connsiteY19" fmla="*/ 1478280 h 1888256"/>
              <a:gd name="connsiteX20" fmla="*/ 1750695 w 1890117"/>
              <a:gd name="connsiteY20" fmla="*/ 1556385 h 1888256"/>
              <a:gd name="connsiteX21" fmla="*/ 1676400 w 1890117"/>
              <a:gd name="connsiteY21" fmla="*/ 1608773 h 1888256"/>
              <a:gd name="connsiteX22" fmla="*/ 1452563 w 1890117"/>
              <a:gd name="connsiteY22" fmla="*/ 1703070 h 1888256"/>
              <a:gd name="connsiteX23" fmla="*/ 1237298 w 1890117"/>
              <a:gd name="connsiteY23" fmla="*/ 1793558 h 1888256"/>
              <a:gd name="connsiteX24" fmla="*/ 1011555 w 1890117"/>
              <a:gd name="connsiteY24" fmla="*/ 1887859 h 1888256"/>
              <a:gd name="connsiteX25" fmla="*/ 1011555 w 1890117"/>
              <a:gd name="connsiteY25" fmla="*/ 874395 h 1888256"/>
              <a:gd name="connsiteX26" fmla="*/ 1891665 w 1890117"/>
              <a:gd name="connsiteY26" fmla="*/ 500063 h 1888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90117" h="1888256">
                <a:moveTo>
                  <a:pt x="1837373" y="347663"/>
                </a:moveTo>
                <a:lnTo>
                  <a:pt x="956310" y="714375"/>
                </a:lnTo>
                <a:lnTo>
                  <a:pt x="73343" y="347663"/>
                </a:lnTo>
                <a:lnTo>
                  <a:pt x="954405" y="0"/>
                </a:lnTo>
                <a:lnTo>
                  <a:pt x="1837373" y="347663"/>
                </a:lnTo>
                <a:close/>
                <a:moveTo>
                  <a:pt x="952" y="500063"/>
                </a:moveTo>
                <a:lnTo>
                  <a:pt x="880110" y="874395"/>
                </a:lnTo>
                <a:lnTo>
                  <a:pt x="880110" y="1889756"/>
                </a:lnTo>
                <a:cubicBezTo>
                  <a:pt x="810578" y="1858328"/>
                  <a:pt x="737235" y="1824990"/>
                  <a:pt x="661988" y="1790700"/>
                </a:cubicBezTo>
                <a:cubicBezTo>
                  <a:pt x="589598" y="1758315"/>
                  <a:pt x="516255" y="1725930"/>
                  <a:pt x="442913" y="1693545"/>
                </a:cubicBezTo>
                <a:cubicBezTo>
                  <a:pt x="361950" y="1657350"/>
                  <a:pt x="280035" y="1622108"/>
                  <a:pt x="198120" y="1586865"/>
                </a:cubicBezTo>
                <a:cubicBezTo>
                  <a:pt x="168593" y="1573530"/>
                  <a:pt x="140970" y="1554480"/>
                  <a:pt x="117158" y="1532573"/>
                </a:cubicBezTo>
                <a:cubicBezTo>
                  <a:pt x="93345" y="1510665"/>
                  <a:pt x="72390" y="1485900"/>
                  <a:pt x="54293" y="1458278"/>
                </a:cubicBezTo>
                <a:cubicBezTo>
                  <a:pt x="37148" y="1431608"/>
                  <a:pt x="23813" y="1403033"/>
                  <a:pt x="14287" y="1372553"/>
                </a:cubicBezTo>
                <a:cubicBezTo>
                  <a:pt x="4762" y="1343978"/>
                  <a:pt x="0" y="1314450"/>
                  <a:pt x="0" y="1283970"/>
                </a:cubicBezTo>
                <a:lnTo>
                  <a:pt x="952" y="500063"/>
                </a:lnTo>
                <a:close/>
                <a:moveTo>
                  <a:pt x="1891665" y="500063"/>
                </a:moveTo>
                <a:lnTo>
                  <a:pt x="1891665" y="1280160"/>
                </a:lnTo>
                <a:cubicBezTo>
                  <a:pt x="1891665" y="1315403"/>
                  <a:pt x="1885005" y="1350645"/>
                  <a:pt x="1871666" y="1383983"/>
                </a:cubicBezTo>
                <a:cubicBezTo>
                  <a:pt x="1858328" y="1417320"/>
                  <a:pt x="1841183" y="1449705"/>
                  <a:pt x="1820228" y="1478280"/>
                </a:cubicBezTo>
                <a:cubicBezTo>
                  <a:pt x="1800225" y="1506855"/>
                  <a:pt x="1776413" y="1533525"/>
                  <a:pt x="1750695" y="1556385"/>
                </a:cubicBezTo>
                <a:cubicBezTo>
                  <a:pt x="1724978" y="1579245"/>
                  <a:pt x="1700213" y="1596390"/>
                  <a:pt x="1676400" y="1608773"/>
                </a:cubicBezTo>
                <a:cubicBezTo>
                  <a:pt x="1604963" y="1639253"/>
                  <a:pt x="1530668" y="1670685"/>
                  <a:pt x="1452563" y="1703070"/>
                </a:cubicBezTo>
                <a:cubicBezTo>
                  <a:pt x="1381125" y="1733550"/>
                  <a:pt x="1308735" y="1764030"/>
                  <a:pt x="1237298" y="1793558"/>
                </a:cubicBezTo>
                <a:cubicBezTo>
                  <a:pt x="1162050" y="1825943"/>
                  <a:pt x="1086803" y="1857375"/>
                  <a:pt x="1011555" y="1887859"/>
                </a:cubicBezTo>
                <a:lnTo>
                  <a:pt x="1011555" y="874395"/>
                </a:lnTo>
                <a:lnTo>
                  <a:pt x="1891665" y="500063"/>
                </a:lnTo>
                <a:close/>
              </a:path>
            </a:pathLst>
          </a:custGeom>
          <a:solidFill>
            <a:schemeClr val="tx2"/>
          </a:solidFill>
          <a:ln w="1860" cap="flat">
            <a:noFill/>
            <a:prstDash val="solid"/>
            <a:miter/>
          </a:ln>
        </p:spPr>
        <p:txBody>
          <a:bodyPr wrap="square" rtlCol="0" anchor="ctr" anchorCtr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Shape4">
            <a:extLst>
              <a:ext uri="{FF2B5EF4-FFF2-40B4-BE49-F238E27FC236}">
                <a16:creationId xmlns:a16="http://schemas.microsoft.com/office/drawing/2014/main" id="{FCFB2B66-59D5-CFAA-46D2-9818FFA27585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5810882" y="5454837"/>
            <a:ext cx="570432" cy="570432"/>
          </a:xfrm>
          <a:custGeom>
            <a:gdLst>
              <a:gd name="connsiteX0" fmla="*/ 255352 w 321246"/>
              <a:gd name="connsiteY0" fmla="*/ 168459 h 321246"/>
              <a:gd name="connsiteX1" fmla="*/ 168459 w 321246"/>
              <a:gd name="connsiteY1" fmla="*/ 255352 h 321246"/>
              <a:gd name="connsiteX2" fmla="*/ 168459 w 321246"/>
              <a:gd name="connsiteY2" fmla="*/ 274235 h 321246"/>
              <a:gd name="connsiteX3" fmla="*/ 274235 w 321246"/>
              <a:gd name="connsiteY3" fmla="*/ 168459 h 321246"/>
              <a:gd name="connsiteX4" fmla="*/ 47012 w 321246"/>
              <a:gd name="connsiteY4" fmla="*/ 168459 h 321246"/>
              <a:gd name="connsiteX5" fmla="*/ 152788 w 321246"/>
              <a:gd name="connsiteY5" fmla="*/ 274235 h 321246"/>
              <a:gd name="connsiteX6" fmla="*/ 152788 w 321246"/>
              <a:gd name="connsiteY6" fmla="*/ 255352 h 321246"/>
              <a:gd name="connsiteX7" fmla="*/ 65934 w 321246"/>
              <a:gd name="connsiteY7" fmla="*/ 168459 h 321246"/>
              <a:gd name="connsiteX8" fmla="*/ 160624 w 321246"/>
              <a:gd name="connsiteY8" fmla="*/ 144953 h 321246"/>
              <a:gd name="connsiteX9" fmla="*/ 144953 w 321246"/>
              <a:gd name="connsiteY9" fmla="*/ 160624 h 321246"/>
              <a:gd name="connsiteX10" fmla="*/ 160624 w 321246"/>
              <a:gd name="connsiteY10" fmla="*/ 176294 h 321246"/>
              <a:gd name="connsiteX11" fmla="*/ 176294 w 321246"/>
              <a:gd name="connsiteY11" fmla="*/ 160624 h 321246"/>
              <a:gd name="connsiteX12" fmla="*/ 160624 w 321246"/>
              <a:gd name="connsiteY12" fmla="*/ 144953 h 321246"/>
              <a:gd name="connsiteX13" fmla="*/ 160624 w 321246"/>
              <a:gd name="connsiteY13" fmla="*/ 129282 h 321246"/>
              <a:gd name="connsiteX14" fmla="*/ 191965 w 321246"/>
              <a:gd name="connsiteY14" fmla="*/ 160624 h 321246"/>
              <a:gd name="connsiteX15" fmla="*/ 160624 w 321246"/>
              <a:gd name="connsiteY15" fmla="*/ 191965 h 321246"/>
              <a:gd name="connsiteX16" fmla="*/ 129282 w 321246"/>
              <a:gd name="connsiteY16" fmla="*/ 160624 h 321246"/>
              <a:gd name="connsiteX17" fmla="*/ 160624 w 321246"/>
              <a:gd name="connsiteY17" fmla="*/ 129282 h 321246"/>
              <a:gd name="connsiteX18" fmla="*/ 152788 w 321246"/>
              <a:gd name="connsiteY18" fmla="*/ 81643 h 321246"/>
              <a:gd name="connsiteX19" fmla="*/ 81643 w 321246"/>
              <a:gd name="connsiteY19" fmla="*/ 152788 h 321246"/>
              <a:gd name="connsiteX20" fmla="*/ 113611 w 321246"/>
              <a:gd name="connsiteY20" fmla="*/ 152788 h 321246"/>
              <a:gd name="connsiteX21" fmla="*/ 113611 w 321246"/>
              <a:gd name="connsiteY21" fmla="*/ 168459 h 321246"/>
              <a:gd name="connsiteX22" fmla="*/ 81643 w 321246"/>
              <a:gd name="connsiteY22" fmla="*/ 168459 h 321246"/>
              <a:gd name="connsiteX23" fmla="*/ 152788 w 321246"/>
              <a:gd name="connsiteY23" fmla="*/ 239603 h 321246"/>
              <a:gd name="connsiteX24" fmla="*/ 152788 w 321246"/>
              <a:gd name="connsiteY24" fmla="*/ 207635 h 321246"/>
              <a:gd name="connsiteX25" fmla="*/ 168459 w 321246"/>
              <a:gd name="connsiteY25" fmla="*/ 207635 h 321246"/>
              <a:gd name="connsiteX26" fmla="*/ 168459 w 321246"/>
              <a:gd name="connsiteY26" fmla="*/ 239603 h 321246"/>
              <a:gd name="connsiteX27" fmla="*/ 239603 w 321246"/>
              <a:gd name="connsiteY27" fmla="*/ 168459 h 321246"/>
              <a:gd name="connsiteX28" fmla="*/ 207635 w 321246"/>
              <a:gd name="connsiteY28" fmla="*/ 168459 h 321246"/>
              <a:gd name="connsiteX29" fmla="*/ 207635 w 321246"/>
              <a:gd name="connsiteY29" fmla="*/ 152788 h 321246"/>
              <a:gd name="connsiteX30" fmla="*/ 239603 w 321246"/>
              <a:gd name="connsiteY30" fmla="*/ 152788 h 321246"/>
              <a:gd name="connsiteX31" fmla="*/ 168459 w 321246"/>
              <a:gd name="connsiteY31" fmla="*/ 81643 h 321246"/>
              <a:gd name="connsiteX32" fmla="*/ 168459 w 321246"/>
              <a:gd name="connsiteY32" fmla="*/ 113611 h 321246"/>
              <a:gd name="connsiteX33" fmla="*/ 152788 w 321246"/>
              <a:gd name="connsiteY33" fmla="*/ 113611 h 321246"/>
              <a:gd name="connsiteX34" fmla="*/ 168459 w 321246"/>
              <a:gd name="connsiteY34" fmla="*/ 47012 h 321246"/>
              <a:gd name="connsiteX35" fmla="*/ 168459 w 321246"/>
              <a:gd name="connsiteY35" fmla="*/ 65895 h 321246"/>
              <a:gd name="connsiteX36" fmla="*/ 255352 w 321246"/>
              <a:gd name="connsiteY36" fmla="*/ 152788 h 321246"/>
              <a:gd name="connsiteX37" fmla="*/ 274235 w 321246"/>
              <a:gd name="connsiteY37" fmla="*/ 152788 h 321246"/>
              <a:gd name="connsiteX38" fmla="*/ 168459 w 321246"/>
              <a:gd name="connsiteY38" fmla="*/ 47012 h 321246"/>
              <a:gd name="connsiteX39" fmla="*/ 152788 w 321246"/>
              <a:gd name="connsiteY39" fmla="*/ 47012 h 321246"/>
              <a:gd name="connsiteX40" fmla="*/ 47012 w 321246"/>
              <a:gd name="connsiteY40" fmla="*/ 152788 h 321246"/>
              <a:gd name="connsiteX41" fmla="*/ 65895 w 321246"/>
              <a:gd name="connsiteY41" fmla="*/ 152788 h 321246"/>
              <a:gd name="connsiteX42" fmla="*/ 152788 w 321246"/>
              <a:gd name="connsiteY42" fmla="*/ 65934 h 321246"/>
              <a:gd name="connsiteX43" fmla="*/ 152788 w 321246"/>
              <a:gd name="connsiteY43" fmla="*/ 0 h 321246"/>
              <a:gd name="connsiteX44" fmla="*/ 168459 w 321246"/>
              <a:gd name="connsiteY44" fmla="*/ 0 h 321246"/>
              <a:gd name="connsiteX45" fmla="*/ 168459 w 321246"/>
              <a:gd name="connsiteY45" fmla="*/ 23506 h 321246"/>
              <a:gd name="connsiteX46" fmla="*/ 297740 w 321246"/>
              <a:gd name="connsiteY46" fmla="*/ 152788 h 321246"/>
              <a:gd name="connsiteX47" fmla="*/ 321246 w 321246"/>
              <a:gd name="connsiteY47" fmla="*/ 152788 h 321246"/>
              <a:gd name="connsiteX48" fmla="*/ 321246 w 321246"/>
              <a:gd name="connsiteY48" fmla="*/ 168459 h 321246"/>
              <a:gd name="connsiteX49" fmla="*/ 297740 w 321246"/>
              <a:gd name="connsiteY49" fmla="*/ 168459 h 321246"/>
              <a:gd name="connsiteX50" fmla="*/ 168459 w 321246"/>
              <a:gd name="connsiteY50" fmla="*/ 297740 h 321246"/>
              <a:gd name="connsiteX51" fmla="*/ 168459 w 321246"/>
              <a:gd name="connsiteY51" fmla="*/ 321246 h 321246"/>
              <a:gd name="connsiteX52" fmla="*/ 152788 w 321246"/>
              <a:gd name="connsiteY52" fmla="*/ 321246 h 321246"/>
              <a:gd name="connsiteX53" fmla="*/ 152788 w 321246"/>
              <a:gd name="connsiteY53" fmla="*/ 297740 h 321246"/>
              <a:gd name="connsiteX54" fmla="*/ 23506 w 321246"/>
              <a:gd name="connsiteY54" fmla="*/ 168459 h 321246"/>
              <a:gd name="connsiteX55" fmla="*/ 0 w 321246"/>
              <a:gd name="connsiteY55" fmla="*/ 168459 h 321246"/>
              <a:gd name="connsiteX56" fmla="*/ 0 w 321246"/>
              <a:gd name="connsiteY56" fmla="*/ 152788 h 321246"/>
              <a:gd name="connsiteX57" fmla="*/ 23506 w 321246"/>
              <a:gd name="connsiteY57" fmla="*/ 152788 h 321246"/>
              <a:gd name="connsiteX58" fmla="*/ 152788 w 321246"/>
              <a:gd name="connsiteY58" fmla="*/ 23506 h 32124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321246" h="321246">
                <a:moveTo>
                  <a:pt x="255352" y="168459"/>
                </a:moveTo>
                <a:cubicBezTo>
                  <a:pt x="251463" y="214742"/>
                  <a:pt x="214742" y="251463"/>
                  <a:pt x="168459" y="255352"/>
                </a:cubicBezTo>
                <a:lnTo>
                  <a:pt x="168459" y="274235"/>
                </a:lnTo>
                <a:cubicBezTo>
                  <a:pt x="225125" y="270206"/>
                  <a:pt x="270206" y="225125"/>
                  <a:pt x="274235" y="168459"/>
                </a:cubicBezTo>
                <a:close/>
                <a:moveTo>
                  <a:pt x="47012" y="168459"/>
                </a:moveTo>
                <a:cubicBezTo>
                  <a:pt x="51040" y="225125"/>
                  <a:pt x="96122" y="270206"/>
                  <a:pt x="152788" y="274235"/>
                </a:cubicBezTo>
                <a:lnTo>
                  <a:pt x="152788" y="255352"/>
                </a:lnTo>
                <a:cubicBezTo>
                  <a:pt x="106520" y="251445"/>
                  <a:pt x="69820" y="214728"/>
                  <a:pt x="65934" y="168459"/>
                </a:cubicBezTo>
                <a:close/>
                <a:moveTo>
                  <a:pt x="160624" y="144953"/>
                </a:moveTo>
                <a:cubicBezTo>
                  <a:pt x="151969" y="144953"/>
                  <a:pt x="144953" y="151969"/>
                  <a:pt x="144953" y="160624"/>
                </a:cubicBezTo>
                <a:cubicBezTo>
                  <a:pt x="144953" y="169278"/>
                  <a:pt x="151969" y="176294"/>
                  <a:pt x="160624" y="176294"/>
                </a:cubicBezTo>
                <a:cubicBezTo>
                  <a:pt x="169278" y="176294"/>
                  <a:pt x="176294" y="169278"/>
                  <a:pt x="176294" y="160624"/>
                </a:cubicBezTo>
                <a:cubicBezTo>
                  <a:pt x="176294" y="151969"/>
                  <a:pt x="169278" y="144953"/>
                  <a:pt x="160624" y="144953"/>
                </a:cubicBezTo>
                <a:close/>
                <a:moveTo>
                  <a:pt x="160624" y="129282"/>
                </a:moveTo>
                <a:cubicBezTo>
                  <a:pt x="177933" y="129282"/>
                  <a:pt x="191965" y="143314"/>
                  <a:pt x="191965" y="160624"/>
                </a:cubicBezTo>
                <a:cubicBezTo>
                  <a:pt x="191965" y="177933"/>
                  <a:pt x="177933" y="191965"/>
                  <a:pt x="160624" y="191965"/>
                </a:cubicBezTo>
                <a:cubicBezTo>
                  <a:pt x="143314" y="191965"/>
                  <a:pt x="129282" y="177933"/>
                  <a:pt x="129282" y="160624"/>
                </a:cubicBezTo>
                <a:cubicBezTo>
                  <a:pt x="129282" y="143314"/>
                  <a:pt x="143314" y="129282"/>
                  <a:pt x="160624" y="129282"/>
                </a:cubicBezTo>
                <a:close/>
                <a:moveTo>
                  <a:pt x="152788" y="81643"/>
                </a:moveTo>
                <a:cubicBezTo>
                  <a:pt x="115165" y="85409"/>
                  <a:pt x="85408" y="115165"/>
                  <a:pt x="81643" y="152788"/>
                </a:cubicBezTo>
                <a:lnTo>
                  <a:pt x="113611" y="152788"/>
                </a:lnTo>
                <a:lnTo>
                  <a:pt x="113611" y="168459"/>
                </a:lnTo>
                <a:lnTo>
                  <a:pt x="81643" y="168459"/>
                </a:lnTo>
                <a:cubicBezTo>
                  <a:pt x="85408" y="206082"/>
                  <a:pt x="115165" y="235838"/>
                  <a:pt x="152788" y="239603"/>
                </a:cubicBezTo>
                <a:lnTo>
                  <a:pt x="152788" y="207635"/>
                </a:lnTo>
                <a:lnTo>
                  <a:pt x="168459" y="207635"/>
                </a:lnTo>
                <a:lnTo>
                  <a:pt x="168459" y="239603"/>
                </a:lnTo>
                <a:cubicBezTo>
                  <a:pt x="206082" y="235838"/>
                  <a:pt x="235838" y="206082"/>
                  <a:pt x="239603" y="168459"/>
                </a:cubicBezTo>
                <a:lnTo>
                  <a:pt x="207635" y="168459"/>
                </a:lnTo>
                <a:lnTo>
                  <a:pt x="207635" y="152788"/>
                </a:lnTo>
                <a:lnTo>
                  <a:pt x="239603" y="152788"/>
                </a:lnTo>
                <a:cubicBezTo>
                  <a:pt x="235838" y="115165"/>
                  <a:pt x="206082" y="85409"/>
                  <a:pt x="168459" y="81643"/>
                </a:cubicBezTo>
                <a:lnTo>
                  <a:pt x="168459" y="113611"/>
                </a:lnTo>
                <a:lnTo>
                  <a:pt x="152788" y="113611"/>
                </a:lnTo>
                <a:close/>
                <a:moveTo>
                  <a:pt x="168459" y="47012"/>
                </a:moveTo>
                <a:lnTo>
                  <a:pt x="168459" y="65895"/>
                </a:lnTo>
                <a:cubicBezTo>
                  <a:pt x="214742" y="69783"/>
                  <a:pt x="251463" y="106504"/>
                  <a:pt x="255352" y="152788"/>
                </a:cubicBezTo>
                <a:lnTo>
                  <a:pt x="274235" y="152788"/>
                </a:lnTo>
                <a:cubicBezTo>
                  <a:pt x="270206" y="96122"/>
                  <a:pt x="225125" y="51040"/>
                  <a:pt x="168459" y="47012"/>
                </a:cubicBezTo>
                <a:close/>
                <a:moveTo>
                  <a:pt x="152788" y="47012"/>
                </a:moveTo>
                <a:cubicBezTo>
                  <a:pt x="96122" y="51040"/>
                  <a:pt x="51040" y="96122"/>
                  <a:pt x="47012" y="152788"/>
                </a:cubicBezTo>
                <a:lnTo>
                  <a:pt x="65895" y="152788"/>
                </a:lnTo>
                <a:cubicBezTo>
                  <a:pt x="69802" y="106520"/>
                  <a:pt x="106518" y="69820"/>
                  <a:pt x="152788" y="65934"/>
                </a:cubicBezTo>
                <a:close/>
                <a:moveTo>
                  <a:pt x="152788" y="0"/>
                </a:moveTo>
                <a:lnTo>
                  <a:pt x="168459" y="0"/>
                </a:lnTo>
                <a:lnTo>
                  <a:pt x="168459" y="23506"/>
                </a:lnTo>
                <a:cubicBezTo>
                  <a:pt x="238087" y="27614"/>
                  <a:pt x="293632" y="83159"/>
                  <a:pt x="297740" y="152788"/>
                </a:cubicBezTo>
                <a:lnTo>
                  <a:pt x="321246" y="152788"/>
                </a:lnTo>
                <a:lnTo>
                  <a:pt x="321246" y="168459"/>
                </a:lnTo>
                <a:lnTo>
                  <a:pt x="297740" y="168459"/>
                </a:lnTo>
                <a:cubicBezTo>
                  <a:pt x="293632" y="238087"/>
                  <a:pt x="238087" y="293632"/>
                  <a:pt x="168459" y="297740"/>
                </a:cubicBezTo>
                <a:lnTo>
                  <a:pt x="168459" y="321246"/>
                </a:lnTo>
                <a:lnTo>
                  <a:pt x="152788" y="321246"/>
                </a:lnTo>
                <a:lnTo>
                  <a:pt x="152788" y="297740"/>
                </a:lnTo>
                <a:cubicBezTo>
                  <a:pt x="83159" y="293632"/>
                  <a:pt x="27614" y="238087"/>
                  <a:pt x="23506" y="168459"/>
                </a:cubicBezTo>
                <a:lnTo>
                  <a:pt x="0" y="168459"/>
                </a:lnTo>
                <a:lnTo>
                  <a:pt x="0" y="152788"/>
                </a:lnTo>
                <a:lnTo>
                  <a:pt x="23506" y="152788"/>
                </a:lnTo>
                <a:cubicBezTo>
                  <a:pt x="27614" y="83159"/>
                  <a:pt x="83159" y="27614"/>
                  <a:pt x="152788" y="23506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22">
            <a:extLst>
              <a:ext uri="{FF2B5EF4-FFF2-40B4-BE49-F238E27FC236}">
                <a16:creationId xmlns:a16="http://schemas.microsoft.com/office/drawing/2014/main" id="{304EB7AA-5115-6124-C97A-917D95E1F36B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628914" y="1271262"/>
            <a:ext cx="2355210" cy="5104138"/>
          </a:xfrm>
          <a:custGeom>
            <a:gdLst>
              <a:gd name="connsiteX0" fmla="*/ 0 w 2764659"/>
              <a:gd name="connsiteY0" fmla="*/ 0 h 4886816"/>
              <a:gd name="connsiteX1" fmla="*/ 2764659 w 2764659"/>
              <a:gd name="connsiteY1" fmla="*/ 0 h 4886816"/>
              <a:gd name="connsiteX2" fmla="*/ 2764659 w 2764659"/>
              <a:gd name="connsiteY2" fmla="*/ 4886817 h 4886816"/>
              <a:gd name="connsiteX3" fmla="*/ 0 w 2764659"/>
              <a:gd name="connsiteY3" fmla="*/ 4886817 h 48868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659" h="4886816">
                <a:moveTo>
                  <a:pt x="0" y="0"/>
                </a:moveTo>
                <a:lnTo>
                  <a:pt x="2764659" y="0"/>
                </a:lnTo>
                <a:lnTo>
                  <a:pt x="2764659" y="4886817"/>
                </a:lnTo>
                <a:lnTo>
                  <a:pt x="0" y="4886817"/>
                </a:lnTo>
                <a:close/>
              </a:path>
            </a:pathLst>
          </a:custGeom>
          <a:solidFill>
            <a:schemeClr val="bg1"/>
          </a:solidFill>
          <a:ln w="22955" cap="flat">
            <a:noFill/>
            <a:prstDash val="solid"/>
            <a:miter/>
          </a:ln>
          <a:effectLst>
            <a:innerShdw blurRad="63500" dist="25400" dir="10800000">
              <a:schemeClr val="accent5">
                <a:lumMod val="50000"/>
                <a:alpha val="50000"/>
              </a:schemeClr>
            </a:inn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" name="Text23">
            <a:extLst>
              <a:ext uri="{FF2B5EF4-FFF2-40B4-BE49-F238E27FC236}">
                <a16:creationId xmlns:a16="http://schemas.microsoft.com/office/drawing/2014/main" id="{CD58813E-E67F-708E-6B04-0B28B856CA81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9628914" y="1271263"/>
            <a:ext cx="1801216" cy="1008258"/>
          </a:xfrm>
          <a:custGeom>
            <a:gdLst>
              <a:gd name="connsiteX0" fmla="*/ 2114354 w 2114354"/>
              <a:gd name="connsiteY0" fmla="*/ 599346 h 1183542"/>
              <a:gd name="connsiteX1" fmla="*/ 1678216 w 2114354"/>
              <a:gd name="connsiteY1" fmla="*/ 0 h 1183542"/>
              <a:gd name="connsiteX2" fmla="*/ 0 w 2114354"/>
              <a:gd name="connsiteY2" fmla="*/ 0 h 1183542"/>
              <a:gd name="connsiteX3" fmla="*/ 0 w 2114354"/>
              <a:gd name="connsiteY3" fmla="*/ 1183542 h 1183542"/>
              <a:gd name="connsiteX4" fmla="*/ 1696120 w 2114354"/>
              <a:gd name="connsiteY4" fmla="*/ 1183542 h 1183542"/>
              <a:gd name="connsiteX5" fmla="*/ 2114354 w 2114354"/>
              <a:gd name="connsiteY5" fmla="*/ 599346 h 118354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4354" h="1183542">
                <a:moveTo>
                  <a:pt x="2114354" y="599346"/>
                </a:moveTo>
                <a:lnTo>
                  <a:pt x="1678216" y="0"/>
                </a:lnTo>
                <a:lnTo>
                  <a:pt x="0" y="0"/>
                </a:lnTo>
                <a:lnTo>
                  <a:pt x="0" y="1183542"/>
                </a:lnTo>
                <a:lnTo>
                  <a:pt x="1696120" y="1183542"/>
                </a:lnTo>
                <a:lnTo>
                  <a:pt x="2114354" y="599346"/>
                </a:lnTo>
                <a:close/>
              </a:path>
            </a:pathLst>
          </a:custGeom>
          <a:solidFill>
            <a:schemeClr val="accent5"/>
          </a:solidFill>
          <a:ln w="2295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24">
            <a:extLst>
              <a:ext uri="{FF2B5EF4-FFF2-40B4-BE49-F238E27FC236}">
                <a16:creationId xmlns:a16="http://schemas.microsoft.com/office/drawing/2014/main" id="{0E537AB8-3E39-45B2-9885-9DC912B90DA2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9705139" y="2833730"/>
            <a:ext cx="2202759" cy="24240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通过实际案例演示如何合理使用动画效果。案例可以包括项目汇报、产品展示和教育课件等，展示动画在不同场景中的应用。</a:t>
            </a:r>
          </a:p>
        </p:txBody>
      </p:sp>
      <p:sp>
        <p:nvSpPr>
          <p:cNvPr id="5" name="Text25">
            <a:extLst>
              <a:ext uri="{FF2B5EF4-FFF2-40B4-BE49-F238E27FC236}">
                <a16:creationId xmlns:a16="http://schemas.microsoft.com/office/drawing/2014/main" id="{8E2B3B55-E3F9-7FB0-A04B-745CD10EEB1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9806335" y="2422271"/>
            <a:ext cx="2056514" cy="392193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动画案例演示</a:t>
            </a:r>
          </a:p>
        </p:txBody>
      </p:sp>
      <p:sp>
        <p:nvSpPr>
          <p:cNvPr id="17" name="Text26">
            <a:extLst>
              <a:ext uri="{FF2B5EF4-FFF2-40B4-BE49-F238E27FC236}">
                <a16:creationId xmlns:a16="http://schemas.microsoft.com/office/drawing/2014/main" id="{1D136B12-D2C6-9B71-6ECB-8A1CC87F6679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408016" y="5341551"/>
            <a:ext cx="797004" cy="79700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50800" dir="2700000" algn="tl" rotWithShape="0">
              <a:schemeClr val="accent4">
                <a:lumMod val="50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Shape5">
            <a:extLst>
              <a:ext uri="{FF2B5EF4-FFF2-40B4-BE49-F238E27FC236}">
                <a16:creationId xmlns:a16="http://schemas.microsoft.com/office/drawing/2014/main" id="{999211D5-30D1-120F-5CD1-E044EFBF9BC7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/>
            </a:extLst>
          </a:blip>
          <a:stretch>
            <a:fillRect/>
          </a:stretch>
        </p:blipFill>
        <p:spPr>
          <a:xfrm>
            <a:off x="10577399" y="5511952"/>
            <a:ext cx="458239" cy="456202"/>
          </a:xfrm>
          <a:prstGeom prst="rect">
            <a:avLst/>
          </a:prstGeom>
        </p:spPr>
      </p:pic>
      <p:sp>
        <p:nvSpPr>
          <p:cNvPr id="20" name="Text27">
            <a:extLst>
              <a:ext uri="{FF2B5EF4-FFF2-40B4-BE49-F238E27FC236}">
                <a16:creationId xmlns:a16="http://schemas.microsoft.com/office/drawing/2014/main" id="{EB0136ED-35C2-9FE3-A946-6356E8BE9D7B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07679" y="1158215"/>
            <a:ext cx="1455030" cy="132343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8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28">
            <a:extLst>
              <a:ext uri="{FF2B5EF4-FFF2-40B4-BE49-F238E27FC236}">
                <a16:creationId xmlns:a16="http://schemas.microsoft.com/office/drawing/2014/main" id="{F966F16B-DD6F-836D-79EC-5AB6D8716D91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2547464" y="1158215"/>
            <a:ext cx="1455030" cy="132343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8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29">
            <a:extLst>
              <a:ext uri="{FF2B5EF4-FFF2-40B4-BE49-F238E27FC236}">
                <a16:creationId xmlns:a16="http://schemas.microsoft.com/office/drawing/2014/main" id="{00A8F74A-EA3B-27DC-E1F5-7D419E7CDAF3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4908755" y="1158215"/>
            <a:ext cx="1455030" cy="132343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8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30">
            <a:extLst>
              <a:ext uri="{FF2B5EF4-FFF2-40B4-BE49-F238E27FC236}">
                <a16:creationId xmlns:a16="http://schemas.microsoft.com/office/drawing/2014/main" id="{2811199D-A208-0102-5BBB-CCCE94E879AB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7283315" y="1158215"/>
            <a:ext cx="1455030" cy="132343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8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31">
            <a:extLst>
              <a:ext uri="{FF2B5EF4-FFF2-40B4-BE49-F238E27FC236}">
                <a16:creationId xmlns:a16="http://schemas.microsoft.com/office/drawing/2014/main" id="{43ADECAA-A523-1BD6-09D8-21FB4786C8D6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9635770" y="1158215"/>
            <a:ext cx="1455030" cy="132343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8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80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custData r:id="rId41"/>
      <p:tags r:id="rId42"/>
    </p:custDataLst>
    <p:extLst>
      <p:ext uri="{BB962C8B-B14F-4D97-AF65-F5344CB8AC3E}">
        <p14:creationId val="3812870210"/>
      </p:ext>
    </p:extLst>
  </p:cSld>
  <p:clrMapOvr>
    <a:masterClrMapping/>
  </p:clrMapOvr>
</p:sld>
</file>

<file path=ppt/slides/slide9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1">
            <a:extLst>
              <a:ext uri="{FF2B5EF4-FFF2-40B4-BE49-F238E27FC236}">
                <a16:creationId xmlns:a16="http://schemas.microsoft.com/office/drawing/2014/main" id="{6B3C4CC6-C615-7C40-7A70-921A8E199A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7808" y="305152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图表与数据可视化</a:t>
            </a:r>
          </a:p>
        </p:txBody>
      </p:sp>
      <p:sp>
        <p:nvSpPr>
          <p:cNvPr id="5" name="Text2"/>
          <p:cNvSpPr/>
          <p:nvPr>
            <p:custDataLst>
              <p:tags r:id="rId4"/>
            </p:custDataLst>
          </p:nvPr>
        </p:nvSpPr>
        <p:spPr>
          <a:xfrm>
            <a:off x="286884" y="1348829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3"/>
          <p:cNvSpPr/>
          <p:nvPr>
            <p:custDataLst>
              <p:tags r:id="rId5"/>
            </p:custDataLst>
          </p:nvPr>
        </p:nvSpPr>
        <p:spPr>
          <a:xfrm>
            <a:off x="4224899" y="1366586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4"/>
          <p:cNvSpPr/>
          <p:nvPr>
            <p:custDataLst>
              <p:tags r:id="rId6"/>
            </p:custDataLst>
          </p:nvPr>
        </p:nvSpPr>
        <p:spPr>
          <a:xfrm>
            <a:off x="1074487" y="4187980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5"/>
          <p:cNvSpPr/>
          <p:nvPr>
            <p:custDataLst>
              <p:tags r:id="rId7"/>
            </p:custDataLst>
          </p:nvPr>
        </p:nvSpPr>
        <p:spPr>
          <a:xfrm>
            <a:off x="5012503" y="4187980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6">
            <a:extLst>
              <a:ext uri="{FF2B5EF4-FFF2-40B4-BE49-F238E27FC236}">
                <a16:creationId xmlns:a16="http://schemas.microsoft.com/office/drawing/2014/main" id="{396537EB-13A2-53A7-1DFE-72068BE3B95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144254" y="1366589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7">
            <a:extLst>
              <a:ext uri="{FF2B5EF4-FFF2-40B4-BE49-F238E27FC236}">
                <a16:creationId xmlns:a16="http://schemas.microsoft.com/office/drawing/2014/main" id="{392A8219-0EF5-1CB4-1427-ECED7F18031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931857" y="4187980"/>
            <a:ext cx="563116" cy="56311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292100" dist="355600" dir="2700000" sx="97000" sy="97000" algn="tl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8"/>
          <p:cNvSpPr/>
          <p:nvPr>
            <p:custDataLst>
              <p:tags r:id="rId10"/>
            </p:custDataLst>
          </p:nvPr>
        </p:nvSpPr>
        <p:spPr>
          <a:xfrm>
            <a:off x="1028600" y="1348829"/>
            <a:ext cx="2231543" cy="2438627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9"/>
          <p:cNvSpPr txBox="1"/>
          <p:nvPr>
            <p:custDataLst>
              <p:tags r:id="rId11"/>
            </p:custDataLst>
          </p:nvPr>
        </p:nvSpPr>
        <p:spPr>
          <a:xfrm>
            <a:off x="1197190" y="1969866"/>
            <a:ext cx="1963259" cy="1740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根据数据类型选择合适的图表，如柱状图、折线图、饼图和散点图。不同类型的图表适用于展示不同的数据关系和趋势。</a:t>
            </a:r>
          </a:p>
        </p:txBody>
      </p:sp>
      <p:sp>
        <p:nvSpPr>
          <p:cNvPr id="83" name="Text10"/>
          <p:cNvSpPr txBox="1"/>
          <p:nvPr>
            <p:custDataLst>
              <p:tags r:id="rId12"/>
            </p:custDataLst>
          </p:nvPr>
        </p:nvSpPr>
        <p:spPr>
          <a:xfrm>
            <a:off x="1197190" y="1562249"/>
            <a:ext cx="1865895" cy="4076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图表类型选择</a:t>
            </a:r>
          </a:p>
        </p:txBody>
      </p:sp>
      <p:sp>
        <p:nvSpPr>
          <p:cNvPr id="72" name="Text11"/>
          <p:cNvSpPr/>
          <p:nvPr>
            <p:custDataLst>
              <p:tags r:id="rId13"/>
            </p:custDataLst>
          </p:nvPr>
        </p:nvSpPr>
        <p:spPr>
          <a:xfrm>
            <a:off x="4947954" y="1380006"/>
            <a:ext cx="2231543" cy="2407450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12"/>
          <p:cNvSpPr txBox="1"/>
          <p:nvPr>
            <p:custDataLst>
              <p:tags r:id="rId14"/>
            </p:custDataLst>
          </p:nvPr>
        </p:nvSpPr>
        <p:spPr>
          <a:xfrm>
            <a:off x="5135207" y="1580006"/>
            <a:ext cx="1865894" cy="4076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图表设计技巧</a:t>
            </a:r>
          </a:p>
        </p:txBody>
      </p:sp>
      <p:sp>
        <p:nvSpPr>
          <p:cNvPr id="86" name="Text13"/>
          <p:cNvSpPr txBox="1"/>
          <p:nvPr>
            <p:custDataLst>
              <p:tags r:id="rId15"/>
            </p:custDataLst>
          </p:nvPr>
        </p:nvSpPr>
        <p:spPr>
          <a:xfrm>
            <a:off x="5135207" y="1969866"/>
            <a:ext cx="1894360" cy="1740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图表设计应简洁明了，避免过多的装饰元素。使用对比色突出关键数据，添加标签和图例以增强可读性。</a:t>
            </a:r>
          </a:p>
        </p:txBody>
      </p:sp>
      <p:sp>
        <p:nvSpPr>
          <p:cNvPr id="73" name="Text14"/>
          <p:cNvSpPr/>
          <p:nvPr>
            <p:custDataLst>
              <p:tags r:id="rId16"/>
            </p:custDataLst>
          </p:nvPr>
        </p:nvSpPr>
        <p:spPr>
          <a:xfrm>
            <a:off x="1816204" y="4187980"/>
            <a:ext cx="2231543" cy="2438627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15"/>
          <p:cNvSpPr txBox="1"/>
          <p:nvPr>
            <p:custDataLst>
              <p:tags r:id="rId17"/>
            </p:custDataLst>
          </p:nvPr>
        </p:nvSpPr>
        <p:spPr>
          <a:xfrm>
            <a:off x="1984793" y="4401322"/>
            <a:ext cx="1894360" cy="4076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动态图表</a:t>
            </a:r>
          </a:p>
        </p:txBody>
      </p:sp>
      <p:sp>
        <p:nvSpPr>
          <p:cNvPr id="92" name="Text16"/>
          <p:cNvSpPr txBox="1"/>
          <p:nvPr>
            <p:custDataLst>
              <p:tags r:id="rId18"/>
            </p:custDataLst>
          </p:nvPr>
        </p:nvSpPr>
        <p:spPr>
          <a:xfrm>
            <a:off x="1984794" y="4808940"/>
            <a:ext cx="1894360" cy="17439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通过动画效果展示图表的动态变化，如数据增长或趋势演变。动态图表能够更生动地传达数据信息，吸引观众的注意力。</a:t>
            </a:r>
          </a:p>
        </p:txBody>
      </p:sp>
      <p:sp>
        <p:nvSpPr>
          <p:cNvPr id="74" name="Text17"/>
          <p:cNvSpPr/>
          <p:nvPr>
            <p:custDataLst>
              <p:tags r:id="rId19"/>
            </p:custDataLst>
          </p:nvPr>
        </p:nvSpPr>
        <p:spPr>
          <a:xfrm>
            <a:off x="5754219" y="4187980"/>
            <a:ext cx="2231543" cy="2438627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18"/>
          <p:cNvSpPr txBox="1"/>
          <p:nvPr>
            <p:custDataLst>
              <p:tags r:id="rId20"/>
            </p:custDataLst>
          </p:nvPr>
        </p:nvSpPr>
        <p:spPr>
          <a:xfrm>
            <a:off x="5922810" y="4401322"/>
            <a:ext cx="1907000" cy="407618"/>
          </a:xfrm>
          <a:prstGeom prst="rect">
            <a:avLst/>
          </a:prstGeom>
          <a:noFill/>
        </p:spPr>
        <p:txBody>
          <a:bodyPr wrap="square" rtlCol="0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图表与文本结合</a:t>
            </a:r>
          </a:p>
        </p:txBody>
      </p:sp>
      <p:sp>
        <p:nvSpPr>
          <p:cNvPr id="89" name="Text19"/>
          <p:cNvSpPr txBox="1"/>
          <p:nvPr>
            <p:custDataLst>
              <p:tags r:id="rId21"/>
            </p:custDataLst>
          </p:nvPr>
        </p:nvSpPr>
        <p:spPr>
          <a:xfrm>
            <a:off x="5922811" y="4808940"/>
            <a:ext cx="1894360" cy="17439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图表应与文本说明相结合，解释数据的含义和背后的洞察。避免仅展示图表而不提供任何文字解释。</a:t>
            </a:r>
          </a:p>
        </p:txBody>
      </p:sp>
      <p:sp>
        <p:nvSpPr>
          <p:cNvPr id="4" name="Text20">
            <a:extLst>
              <a:ext uri="{FF2B5EF4-FFF2-40B4-BE49-F238E27FC236}">
                <a16:creationId xmlns:a16="http://schemas.microsoft.com/office/drawing/2014/main" id="{8ACBA25B-4BBD-D243-89AE-D4D747F2E3A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8867308" y="1380009"/>
            <a:ext cx="2231543" cy="2407447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21">
            <a:extLst>
              <a:ext uri="{FF2B5EF4-FFF2-40B4-BE49-F238E27FC236}">
                <a16:creationId xmlns:a16="http://schemas.microsoft.com/office/drawing/2014/main" id="{CF15AC2C-46A7-82CE-DB83-D953A21C01A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054561" y="1580009"/>
            <a:ext cx="1865894" cy="407618"/>
          </a:xfrm>
          <a:prstGeom prst="rect">
            <a:avLst/>
          </a:prstGeom>
          <a:noFill/>
        </p:spPr>
        <p:txBody>
          <a:bodyPr wrap="square" rtlCol="0">
            <a:normAutofit fontScale="9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数据可视化工具</a:t>
            </a:r>
          </a:p>
        </p:txBody>
      </p:sp>
      <p:sp>
        <p:nvSpPr>
          <p:cNvPr id="7" name="Text22">
            <a:extLst>
              <a:ext uri="{FF2B5EF4-FFF2-40B4-BE49-F238E27FC236}">
                <a16:creationId xmlns:a16="http://schemas.microsoft.com/office/drawing/2014/main" id="{052DF872-F361-2C09-0ED5-20F5374471E4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054561" y="1969867"/>
            <a:ext cx="1894360" cy="174099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除了PPT内置的图表工具，还可以使用外部工具如Excel、Tableau和Power BI生成更复杂的数据可视化图表，再导入PPT中。</a:t>
            </a:r>
          </a:p>
        </p:txBody>
      </p:sp>
      <p:sp>
        <p:nvSpPr>
          <p:cNvPr id="9" name="Text23">
            <a:extLst>
              <a:ext uri="{FF2B5EF4-FFF2-40B4-BE49-F238E27FC236}">
                <a16:creationId xmlns:a16="http://schemas.microsoft.com/office/drawing/2014/main" id="{9EBF5571-2BAE-163F-18F6-26A520F41BCE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9673573" y="4187980"/>
            <a:ext cx="2231543" cy="2438627"/>
          </a:xfrm>
          <a:prstGeom prst="roundRect">
            <a:avLst>
              <a:gd name="adj" fmla="val 731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24">
            <a:extLst>
              <a:ext uri="{FF2B5EF4-FFF2-40B4-BE49-F238E27FC236}">
                <a16:creationId xmlns:a16="http://schemas.microsoft.com/office/drawing/2014/main" id="{1DDA3B09-B8AC-5A1C-C684-2983E277F51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9842164" y="4401322"/>
            <a:ext cx="1907000" cy="40761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图表案例演示</a:t>
            </a:r>
          </a:p>
        </p:txBody>
      </p:sp>
      <p:sp>
        <p:nvSpPr>
          <p:cNvPr id="11" name="Text25">
            <a:extLst>
              <a:ext uri="{FF2B5EF4-FFF2-40B4-BE49-F238E27FC236}">
                <a16:creationId xmlns:a16="http://schemas.microsoft.com/office/drawing/2014/main" id="{CD8CA0BE-1A19-B6DB-4FA8-5472F42510BA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9842165" y="4808940"/>
            <a:ext cx="1894360" cy="174390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通过实际案例演示如何有效使用图表和数据可视化工具。案例可以包括市场分析、财务报告和科研数据展示等。</a:t>
            </a:r>
          </a:p>
        </p:txBody>
      </p:sp>
    </p:spTree>
    <p:custDataLst>
      <p:custData r:id="rId28"/>
      <p:tags r:id="rId29"/>
    </p:custDataLst>
    <p:extLst>
      <p:ext uri="{BB962C8B-B14F-4D97-AF65-F5344CB8AC3E}">
        <p14:creationId val="3146704133"/>
      </p:ext>
    </p:extLst>
  </p:cSld>
  <p:clrMapOvr>
    <a:masterClrMapping/>
  </p:clrMapOvr>
</p:sld>
</file>

<file path=ppt/slides/slide10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1">
            <a:extLst>
              <a:ext uri="{FF2B5EF4-FFF2-40B4-BE49-F238E27FC236}">
                <a16:creationId xmlns:a16="http://schemas.microsoft.com/office/drawing/2014/main" id="{02478671-2632-96E6-73B6-08F5C9B052B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745307" y="0"/>
            <a:ext cx="4446693" cy="6858000"/>
          </a:xfrm>
          <a:prstGeom prst="rect">
            <a:avLst/>
          </a:prstGeom>
          <a:blipFill>
            <a:blip r:embed="rId4"/>
            <a:stretch>
              <a:fillRect l="-65699" r="-65699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  <a:sym typeface="Calibri"/>
            </a:endParaRPr>
          </a:p>
        </p:txBody>
      </p:sp>
      <p:sp>
        <p:nvSpPr>
          <p:cNvPr id="3" name="Shape2">
            <a:extLst>
              <a:ext uri="{FF2B5EF4-FFF2-40B4-BE49-F238E27FC236}">
                <a16:creationId xmlns:a16="http://schemas.microsoft.com/office/drawing/2014/main" id="{6DC0A0A4-7E4A-CDE9-C804-59A3839F3DF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773" y="0"/>
            <a:ext cx="7752080" cy="6858000"/>
          </a:xfrm>
          <a:prstGeom prst="rect">
            <a:avLst/>
          </a:prstGeom>
          <a:blipFill>
            <a:blip r:embed="rId6"/>
            <a:stretch>
              <a:fillRect t="-20648" b="-20648"/>
            </a:stretch>
          </a:blip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  <a:sym typeface="Calibri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0BF9329A-99EB-8B23-2A18-2380F323DF0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44638" y="694919"/>
            <a:ext cx="10911069" cy="5468162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txBody>
          <a:bodyPr spcFirstLastPara="1" wrap="square" lIns="60950" tIns="30466" rIns="60950" bIns="30466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2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/>
              <a:sym typeface="Calibri"/>
            </a:endParaRPr>
          </a:p>
        </p:txBody>
      </p:sp>
      <p:sp>
        <p:nvSpPr>
          <p:cNvPr id="5" name="Text1">
            <a:extLst>
              <a:ext uri="{FF2B5EF4-FFF2-40B4-BE49-F238E27FC236}">
                <a16:creationId xmlns:a16="http://schemas.microsoft.com/office/drawing/2014/main" id="{3865F7D6-8C13-CD06-7EED-6988E5A478F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35171" y="2391335"/>
            <a:ext cx="10412192" cy="350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1.图像与图标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使用高质量的图像和图标增强PPT的视觉效果。避免使用低分辨率或版权不明的图片，确保演示的专业性和合法性。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2.视频与音频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在PPT中嵌入视频和音频文件，丰富演示内容。视频和音频可用于展示产品功能、案例研究或专家访谈等。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3.超链接与动作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通过超链接和动作按钮实现幻灯片之间的跳转或打开外部资源。这些功能可以增强PPT的互动性和灵活性。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4.多媒体案例演示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通过实际案例演示如何有效集成多媒体元素。案例可以包括产品演示、培训课件和互动报告等。</a:t>
            </a:r>
          </a:p>
        </p:txBody>
      </p:sp>
      <p:sp>
        <p:nvSpPr>
          <p:cNvPr id="6" name="Text2">
            <a:extLst>
              <a:ext uri="{FF2B5EF4-FFF2-40B4-BE49-F238E27FC236}">
                <a16:creationId xmlns:a16="http://schemas.microsoft.com/office/drawing/2014/main" id="{1860DD4C-9FA6-948D-5FBC-78A4BAEBFED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035171" y="915451"/>
            <a:ext cx="10423099" cy="1295771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多媒体集成</a:t>
            </a:r>
          </a:p>
        </p:txBody>
      </p:sp>
    </p:spTree>
    <p:custDataLst>
      <p:custData r:id="rId10"/>
      <p:tags r:id="rId11"/>
    </p:custDataLst>
    <p:extLst>
      <p:ext uri="{BB962C8B-B14F-4D97-AF65-F5344CB8AC3E}">
        <p14:creationId val="2645573639"/>
      </p:ext>
    </p:extLst>
  </p:cSld>
  <p:clrMapOvr>
    <a:masterClrMapping/>
  </p:clrMapOvr>
</p:sld>
</file>

<file path=ppt/slides/slide11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1" name="Text1">
            <a:extLst>
              <a:ext uri="{FF2B5EF4-FFF2-40B4-BE49-F238E27FC236}">
                <a16:creationId xmlns:a16="http://schemas.microsoft.com/office/drawing/2014/main" id="{6490F8FA-4A2A-81AD-1515-43D1599AC62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7808" y="305152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模板与主题</a:t>
            </a:r>
          </a:p>
        </p:txBody>
      </p:sp>
      <p:cxnSp>
        <p:nvCxnSpPr>
          <p:cNvPr id="34" name="Shape1">
            <a:extLst>
              <a:ext uri="{FF2B5EF4-FFF2-40B4-BE49-F238E27FC236}">
                <a16:creationId xmlns:a16="http://schemas.microsoft.com/office/drawing/2014/main" id="{A883CBBD-ED33-2D93-5151-31911B5DE15B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26403" y="4246947"/>
            <a:ext cx="114177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Text2">
            <a:extLst>
              <a:ext uri="{FF2B5EF4-FFF2-40B4-BE49-F238E27FC236}">
                <a16:creationId xmlns:a16="http://schemas.microsoft.com/office/drawing/2014/main" id="{02DC66DC-0CA4-EEB7-79FD-969CD74A483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8356810" y="4059039"/>
            <a:ext cx="360502" cy="360491"/>
            <a:chOff x="8152342" y="3802522"/>
            <a:chExt cx="321764" cy="321754"/>
          </a:xfrm>
          <a:solidFill>
            <a:srgbClr val="351F46"/>
          </a:solidFill>
        </p:grpSpPr>
        <p:sp>
          <p:nvSpPr>
            <p:cNvPr id="21" name="Freeform: Shape 63">
              <a:extLst>
                <a:ext uri="{FF2B5EF4-FFF2-40B4-BE49-F238E27FC236}">
                  <a16:creationId xmlns:a16="http://schemas.microsoft.com/office/drawing/2014/main" id="{D31558B5-18B9-0743-2ABF-30A4800D884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190452" y="3840622"/>
              <a:ext cx="245554" cy="245554"/>
            </a:xfrm>
            <a:custGeom>
              <a:gdLst>
                <a:gd name="connsiteX0" fmla="*/ 245554 w 245554"/>
                <a:gd name="connsiteY0" fmla="*/ 122777 h 245554"/>
                <a:gd name="connsiteX1" fmla="*/ 122777 w 245554"/>
                <a:gd name="connsiteY1" fmla="*/ 245555 h 245554"/>
                <a:gd name="connsiteX2" fmla="*/ 0 w 245554"/>
                <a:gd name="connsiteY2" fmla="*/ 122777 h 245554"/>
                <a:gd name="connsiteX3" fmla="*/ 122777 w 245554"/>
                <a:gd name="connsiteY3" fmla="*/ 0 h 245554"/>
                <a:gd name="connsiteX4" fmla="*/ 245554 w 245554"/>
                <a:gd name="connsiteY4" fmla="*/ 122777 h 2455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54" h="245554">
                  <a:moveTo>
                    <a:pt x="245554" y="122777"/>
                  </a:moveTo>
                  <a:cubicBezTo>
                    <a:pt x="245554" y="190585"/>
                    <a:pt x="190585" y="245555"/>
                    <a:pt x="122777" y="245555"/>
                  </a:cubicBezTo>
                  <a:cubicBezTo>
                    <a:pt x="54969" y="245555"/>
                    <a:pt x="0" y="190585"/>
                    <a:pt x="0" y="122777"/>
                  </a:cubicBezTo>
                  <a:cubicBezTo>
                    <a:pt x="0" y="54969"/>
                    <a:pt x="54969" y="0"/>
                    <a:pt x="122777" y="0"/>
                  </a:cubicBezTo>
                  <a:cubicBezTo>
                    <a:pt x="190585" y="0"/>
                    <a:pt x="245554" y="54969"/>
                    <a:pt x="245554" y="1227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: Shape 64">
              <a:extLst>
                <a:ext uri="{FF2B5EF4-FFF2-40B4-BE49-F238E27FC236}">
                  <a16:creationId xmlns:a16="http://schemas.microsoft.com/office/drawing/2014/main" id="{088BE005-3B7D-B7C5-807D-3E5B98E8BD8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152342" y="3802522"/>
              <a:ext cx="321764" cy="321754"/>
            </a:xfrm>
            <a:custGeom>
              <a:gdLst>
                <a:gd name="connsiteX0" fmla="*/ 160877 w 321764"/>
                <a:gd name="connsiteY0" fmla="*/ 321755 h 321754"/>
                <a:gd name="connsiteX1" fmla="*/ 0 w 321764"/>
                <a:gd name="connsiteY1" fmla="*/ 160877 h 321754"/>
                <a:gd name="connsiteX2" fmla="*/ 160877 w 321764"/>
                <a:gd name="connsiteY2" fmla="*/ 0 h 321754"/>
                <a:gd name="connsiteX3" fmla="*/ 321764 w 321764"/>
                <a:gd name="connsiteY3" fmla="*/ 160877 h 321754"/>
                <a:gd name="connsiteX4" fmla="*/ 160877 w 321764"/>
                <a:gd name="connsiteY4" fmla="*/ 321755 h 321754"/>
                <a:gd name="connsiteX5" fmla="*/ 160877 w 321764"/>
                <a:gd name="connsiteY5" fmla="*/ 76200 h 321754"/>
                <a:gd name="connsiteX6" fmla="*/ 76200 w 321764"/>
                <a:gd name="connsiteY6" fmla="*/ 160877 h 321754"/>
                <a:gd name="connsiteX7" fmla="*/ 160877 w 321764"/>
                <a:gd name="connsiteY7" fmla="*/ 245554 h 321754"/>
                <a:gd name="connsiteX8" fmla="*/ 245564 w 321764"/>
                <a:gd name="connsiteY8" fmla="*/ 160877 h 321754"/>
                <a:gd name="connsiteX9" fmla="*/ 160877 w 321764"/>
                <a:gd name="connsiteY9" fmla="*/ 76200 h 3217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764" h="321754">
                  <a:moveTo>
                    <a:pt x="160877" y="321755"/>
                  </a:moveTo>
                  <a:cubicBezTo>
                    <a:pt x="72180" y="321755"/>
                    <a:pt x="0" y="249584"/>
                    <a:pt x="0" y="160877"/>
                  </a:cubicBezTo>
                  <a:cubicBezTo>
                    <a:pt x="0" y="72171"/>
                    <a:pt x="72171" y="0"/>
                    <a:pt x="160877" y="0"/>
                  </a:cubicBezTo>
                  <a:cubicBezTo>
                    <a:pt x="249584" y="0"/>
                    <a:pt x="321764" y="72171"/>
                    <a:pt x="321764" y="160877"/>
                  </a:cubicBezTo>
                  <a:cubicBezTo>
                    <a:pt x="321764" y="249584"/>
                    <a:pt x="249593" y="321755"/>
                    <a:pt x="160877" y="321755"/>
                  </a:cubicBezTo>
                  <a:close/>
                  <a:moveTo>
                    <a:pt x="160877" y="76200"/>
                  </a:moveTo>
                  <a:cubicBezTo>
                    <a:pt x="114195" y="76200"/>
                    <a:pt x="76200" y="114186"/>
                    <a:pt x="76200" y="160877"/>
                  </a:cubicBezTo>
                  <a:cubicBezTo>
                    <a:pt x="76200" y="207569"/>
                    <a:pt x="114186" y="245554"/>
                    <a:pt x="160877" y="245554"/>
                  </a:cubicBezTo>
                  <a:cubicBezTo>
                    <a:pt x="207569" y="245554"/>
                    <a:pt x="245564" y="207569"/>
                    <a:pt x="245564" y="160877"/>
                  </a:cubicBezTo>
                  <a:cubicBezTo>
                    <a:pt x="245564" y="114186"/>
                    <a:pt x="207579" y="76200"/>
                    <a:pt x="160877" y="7620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Text3">
            <a:extLst>
              <a:ext uri="{FF2B5EF4-FFF2-40B4-BE49-F238E27FC236}">
                <a16:creationId xmlns:a16="http://schemas.microsoft.com/office/drawing/2014/main" id="{80DC492E-B268-F082-AF39-D87B7987176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933628" y="2252664"/>
            <a:ext cx="1316788" cy="1592940"/>
          </a:xfrm>
          <a:custGeom>
            <a:gdLst>
              <a:gd name="connsiteX0" fmla="*/ 1175290 w 1175289"/>
              <a:gd name="connsiteY0" fmla="*/ 0 h 1421768"/>
              <a:gd name="connsiteX1" fmla="*/ 54330 w 1175289"/>
              <a:gd name="connsiteY1" fmla="*/ 0 h 1421768"/>
              <a:gd name="connsiteX2" fmla="*/ 0 w 1175289"/>
              <a:gd name="connsiteY2" fmla="*/ 960977 h 1421768"/>
              <a:gd name="connsiteX3" fmla="*/ 534429 w 1175289"/>
              <a:gd name="connsiteY3" fmla="*/ 1421768 h 1421768"/>
              <a:gd name="connsiteX4" fmla="*/ 1120959 w 1175289"/>
              <a:gd name="connsiteY4" fmla="*/ 960977 h 14217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89" h="1421768">
                <a:moveTo>
                  <a:pt x="1175290" y="0"/>
                </a:moveTo>
                <a:lnTo>
                  <a:pt x="54330" y="0"/>
                </a:lnTo>
                <a:lnTo>
                  <a:pt x="0" y="960977"/>
                </a:lnTo>
                <a:lnTo>
                  <a:pt x="534429" y="1421768"/>
                </a:lnTo>
                <a:lnTo>
                  <a:pt x="1120959" y="960977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4">
            <a:extLst>
              <a:ext uri="{FF2B5EF4-FFF2-40B4-BE49-F238E27FC236}">
                <a16:creationId xmlns:a16="http://schemas.microsoft.com/office/drawing/2014/main" id="{376F72E1-529A-E360-0542-1978AE57E3E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904442" y="2140077"/>
            <a:ext cx="1255914" cy="1705526"/>
          </a:xfrm>
          <a:custGeom>
            <a:gdLst>
              <a:gd name="connsiteX0" fmla="*/ 1120959 w 1120958"/>
              <a:gd name="connsiteY0" fmla="*/ 0 h 1522256"/>
              <a:gd name="connsiteX1" fmla="*/ 0 w 1120958"/>
              <a:gd name="connsiteY1" fmla="*/ 0 h 1522256"/>
              <a:gd name="connsiteX2" fmla="*/ 0 w 1120958"/>
              <a:gd name="connsiteY2" fmla="*/ 1028900 h 1522256"/>
              <a:gd name="connsiteX3" fmla="*/ 560480 w 1120958"/>
              <a:gd name="connsiteY3" fmla="*/ 1522257 h 1522256"/>
              <a:gd name="connsiteX4" fmla="*/ 1120959 w 1120958"/>
              <a:gd name="connsiteY4" fmla="*/ 1028900 h 1522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958" h="1522256">
                <a:moveTo>
                  <a:pt x="1120959" y="0"/>
                </a:moveTo>
                <a:lnTo>
                  <a:pt x="0" y="0"/>
                </a:lnTo>
                <a:lnTo>
                  <a:pt x="0" y="1028900"/>
                </a:lnTo>
                <a:lnTo>
                  <a:pt x="560480" y="1522257"/>
                </a:lnTo>
                <a:lnTo>
                  <a:pt x="1120959" y="10289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5">
            <a:extLst>
              <a:ext uri="{FF2B5EF4-FFF2-40B4-BE49-F238E27FC236}">
                <a16:creationId xmlns:a16="http://schemas.microsoft.com/office/drawing/2014/main" id="{545DE73F-E92B-4578-F98A-DF66613E154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5541153" y="2252664"/>
            <a:ext cx="1316798" cy="1592940"/>
          </a:xfrm>
          <a:custGeom>
            <a:gdLst>
              <a:gd name="connsiteX0" fmla="*/ 1175299 w 1175299"/>
              <a:gd name="connsiteY0" fmla="*/ 0 h 1421768"/>
              <a:gd name="connsiteX1" fmla="*/ 54340 w 1175299"/>
              <a:gd name="connsiteY1" fmla="*/ 0 h 1421768"/>
              <a:gd name="connsiteX2" fmla="*/ 0 w 1175299"/>
              <a:gd name="connsiteY2" fmla="*/ 960977 h 1421768"/>
              <a:gd name="connsiteX3" fmla="*/ 534429 w 1175299"/>
              <a:gd name="connsiteY3" fmla="*/ 1421768 h 1421768"/>
              <a:gd name="connsiteX4" fmla="*/ 1120959 w 1175299"/>
              <a:gd name="connsiteY4" fmla="*/ 960977 h 14217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99" h="1421768">
                <a:moveTo>
                  <a:pt x="1175299" y="0"/>
                </a:moveTo>
                <a:lnTo>
                  <a:pt x="54340" y="0"/>
                </a:lnTo>
                <a:lnTo>
                  <a:pt x="0" y="960977"/>
                </a:lnTo>
                <a:lnTo>
                  <a:pt x="534429" y="1421768"/>
                </a:lnTo>
                <a:lnTo>
                  <a:pt x="1120959" y="960977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Text6">
            <a:extLst>
              <a:ext uri="{FF2B5EF4-FFF2-40B4-BE49-F238E27FC236}">
                <a16:creationId xmlns:a16="http://schemas.microsoft.com/office/drawing/2014/main" id="{4CBA9C60-286B-1F97-DEDC-508FA75AEC72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5924565" y="4059039"/>
            <a:ext cx="360502" cy="360491"/>
            <a:chOff x="6576421" y="3802522"/>
            <a:chExt cx="321764" cy="321754"/>
          </a:xfrm>
          <a:solidFill>
            <a:srgbClr val="351F46"/>
          </a:solidFill>
        </p:grpSpPr>
        <p:sp>
          <p:nvSpPr>
            <p:cNvPr id="18" name="Freeform: Shape 59">
              <a:extLst>
                <a:ext uri="{FF2B5EF4-FFF2-40B4-BE49-F238E27FC236}">
                  <a16:creationId xmlns:a16="http://schemas.microsoft.com/office/drawing/2014/main" id="{963377F0-1EA6-3A30-F605-D1738A55383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614531" y="3840622"/>
              <a:ext cx="245554" cy="245554"/>
            </a:xfrm>
            <a:custGeom>
              <a:gdLst>
                <a:gd name="connsiteX0" fmla="*/ 245554 w 245554"/>
                <a:gd name="connsiteY0" fmla="*/ 122777 h 245554"/>
                <a:gd name="connsiteX1" fmla="*/ 122777 w 245554"/>
                <a:gd name="connsiteY1" fmla="*/ 245555 h 245554"/>
                <a:gd name="connsiteX2" fmla="*/ 0 w 245554"/>
                <a:gd name="connsiteY2" fmla="*/ 122777 h 245554"/>
                <a:gd name="connsiteX3" fmla="*/ 122777 w 245554"/>
                <a:gd name="connsiteY3" fmla="*/ 0 h 245554"/>
                <a:gd name="connsiteX4" fmla="*/ 245554 w 245554"/>
                <a:gd name="connsiteY4" fmla="*/ 122777 h 2455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54" h="245554">
                  <a:moveTo>
                    <a:pt x="245554" y="122777"/>
                  </a:moveTo>
                  <a:cubicBezTo>
                    <a:pt x="245554" y="190585"/>
                    <a:pt x="190585" y="245555"/>
                    <a:pt x="122777" y="245555"/>
                  </a:cubicBezTo>
                  <a:cubicBezTo>
                    <a:pt x="54969" y="245555"/>
                    <a:pt x="0" y="190585"/>
                    <a:pt x="0" y="122777"/>
                  </a:cubicBezTo>
                  <a:cubicBezTo>
                    <a:pt x="0" y="54969"/>
                    <a:pt x="54969" y="0"/>
                    <a:pt x="122777" y="0"/>
                  </a:cubicBezTo>
                  <a:cubicBezTo>
                    <a:pt x="190585" y="0"/>
                    <a:pt x="245554" y="54969"/>
                    <a:pt x="245554" y="1227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: Shape 60">
              <a:extLst>
                <a:ext uri="{FF2B5EF4-FFF2-40B4-BE49-F238E27FC236}">
                  <a16:creationId xmlns:a16="http://schemas.microsoft.com/office/drawing/2014/main" id="{DF66EF97-AAAE-265E-7727-71698B8900C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576421" y="3802522"/>
              <a:ext cx="321764" cy="321754"/>
            </a:xfrm>
            <a:custGeom>
              <a:gdLst>
                <a:gd name="connsiteX0" fmla="*/ 160887 w 321764"/>
                <a:gd name="connsiteY0" fmla="*/ 321755 h 321754"/>
                <a:gd name="connsiteX1" fmla="*/ 0 w 321764"/>
                <a:gd name="connsiteY1" fmla="*/ 160877 h 321754"/>
                <a:gd name="connsiteX2" fmla="*/ 160887 w 321764"/>
                <a:gd name="connsiteY2" fmla="*/ 0 h 321754"/>
                <a:gd name="connsiteX3" fmla="*/ 321764 w 321764"/>
                <a:gd name="connsiteY3" fmla="*/ 160877 h 321754"/>
                <a:gd name="connsiteX4" fmla="*/ 160887 w 321764"/>
                <a:gd name="connsiteY4" fmla="*/ 321755 h 321754"/>
                <a:gd name="connsiteX5" fmla="*/ 160887 w 321764"/>
                <a:gd name="connsiteY5" fmla="*/ 76200 h 321754"/>
                <a:gd name="connsiteX6" fmla="*/ 76200 w 321764"/>
                <a:gd name="connsiteY6" fmla="*/ 160877 h 321754"/>
                <a:gd name="connsiteX7" fmla="*/ 160887 w 321764"/>
                <a:gd name="connsiteY7" fmla="*/ 245554 h 321754"/>
                <a:gd name="connsiteX8" fmla="*/ 245564 w 321764"/>
                <a:gd name="connsiteY8" fmla="*/ 160877 h 321754"/>
                <a:gd name="connsiteX9" fmla="*/ 160887 w 321764"/>
                <a:gd name="connsiteY9" fmla="*/ 76200 h 3217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764" h="321754">
                  <a:moveTo>
                    <a:pt x="160887" y="321755"/>
                  </a:moveTo>
                  <a:cubicBezTo>
                    <a:pt x="72180" y="321755"/>
                    <a:pt x="0" y="249584"/>
                    <a:pt x="0" y="160877"/>
                  </a:cubicBezTo>
                  <a:cubicBezTo>
                    <a:pt x="0" y="72171"/>
                    <a:pt x="72171" y="0"/>
                    <a:pt x="160887" y="0"/>
                  </a:cubicBezTo>
                  <a:cubicBezTo>
                    <a:pt x="249584" y="0"/>
                    <a:pt x="321764" y="72171"/>
                    <a:pt x="321764" y="160877"/>
                  </a:cubicBezTo>
                  <a:cubicBezTo>
                    <a:pt x="321764" y="249584"/>
                    <a:pt x="249593" y="321755"/>
                    <a:pt x="160887" y="321755"/>
                  </a:cubicBezTo>
                  <a:close/>
                  <a:moveTo>
                    <a:pt x="160887" y="76200"/>
                  </a:moveTo>
                  <a:cubicBezTo>
                    <a:pt x="114195" y="76200"/>
                    <a:pt x="76200" y="114186"/>
                    <a:pt x="76200" y="160877"/>
                  </a:cubicBezTo>
                  <a:cubicBezTo>
                    <a:pt x="76200" y="207569"/>
                    <a:pt x="114186" y="245554"/>
                    <a:pt x="160887" y="245554"/>
                  </a:cubicBezTo>
                  <a:cubicBezTo>
                    <a:pt x="207569" y="245554"/>
                    <a:pt x="245564" y="207569"/>
                    <a:pt x="245564" y="160877"/>
                  </a:cubicBezTo>
                  <a:cubicBezTo>
                    <a:pt x="245564" y="114186"/>
                    <a:pt x="207569" y="76200"/>
                    <a:pt x="160887" y="762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ext7">
            <a:extLst>
              <a:ext uri="{FF2B5EF4-FFF2-40B4-BE49-F238E27FC236}">
                <a16:creationId xmlns:a16="http://schemas.microsoft.com/office/drawing/2014/main" id="{F465B1DA-27D0-BC40-FC99-F5D173A8E86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511965" y="2140077"/>
            <a:ext cx="1255915" cy="1705526"/>
          </a:xfrm>
          <a:custGeom>
            <a:gdLst>
              <a:gd name="connsiteX0" fmla="*/ 1120959 w 1120959"/>
              <a:gd name="connsiteY0" fmla="*/ 0 h 1522256"/>
              <a:gd name="connsiteX1" fmla="*/ 0 w 1120959"/>
              <a:gd name="connsiteY1" fmla="*/ 0 h 1522256"/>
              <a:gd name="connsiteX2" fmla="*/ 0 w 1120959"/>
              <a:gd name="connsiteY2" fmla="*/ 1028900 h 1522256"/>
              <a:gd name="connsiteX3" fmla="*/ 560480 w 1120959"/>
              <a:gd name="connsiteY3" fmla="*/ 1522257 h 1522256"/>
              <a:gd name="connsiteX4" fmla="*/ 1120959 w 1120959"/>
              <a:gd name="connsiteY4" fmla="*/ 1028900 h 1522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959" h="1522256">
                <a:moveTo>
                  <a:pt x="1120959" y="0"/>
                </a:moveTo>
                <a:lnTo>
                  <a:pt x="0" y="0"/>
                </a:lnTo>
                <a:lnTo>
                  <a:pt x="0" y="1028900"/>
                </a:lnTo>
                <a:lnTo>
                  <a:pt x="560480" y="1522257"/>
                </a:lnTo>
                <a:lnTo>
                  <a:pt x="1120959" y="10289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8">
            <a:extLst>
              <a:ext uri="{FF2B5EF4-FFF2-40B4-BE49-F238E27FC236}">
                <a16:creationId xmlns:a16="http://schemas.microsoft.com/office/drawing/2014/main" id="{6B85C14C-438F-3AE4-D661-252913A68FA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046153" y="2140077"/>
            <a:ext cx="1255915" cy="1705526"/>
          </a:xfrm>
          <a:custGeom>
            <a:gdLst>
              <a:gd name="connsiteX0" fmla="*/ 1120959 w 1120959"/>
              <a:gd name="connsiteY0" fmla="*/ 0 h 1522256"/>
              <a:gd name="connsiteX1" fmla="*/ 0 w 1120959"/>
              <a:gd name="connsiteY1" fmla="*/ 0 h 1522256"/>
              <a:gd name="connsiteX2" fmla="*/ 0 w 1120959"/>
              <a:gd name="connsiteY2" fmla="*/ 1028900 h 1522256"/>
              <a:gd name="connsiteX3" fmla="*/ 560479 w 1120959"/>
              <a:gd name="connsiteY3" fmla="*/ 1522257 h 1522256"/>
              <a:gd name="connsiteX4" fmla="*/ 1120959 w 1120959"/>
              <a:gd name="connsiteY4" fmla="*/ 1028900 h 1522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959" h="1522256">
                <a:moveTo>
                  <a:pt x="1120959" y="0"/>
                </a:moveTo>
                <a:lnTo>
                  <a:pt x="0" y="0"/>
                </a:lnTo>
                <a:lnTo>
                  <a:pt x="0" y="1028900"/>
                </a:lnTo>
                <a:lnTo>
                  <a:pt x="560479" y="1522257"/>
                </a:lnTo>
                <a:lnTo>
                  <a:pt x="1120959" y="10289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Text9">
            <a:extLst>
              <a:ext uri="{FF2B5EF4-FFF2-40B4-BE49-F238E27FC236}">
                <a16:creationId xmlns:a16="http://schemas.microsoft.com/office/drawing/2014/main" id="{68F1BFE1-DA9A-50A4-204F-0A017C87956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3493866" y="4059039"/>
            <a:ext cx="360502" cy="360491"/>
            <a:chOff x="5000510" y="3802522"/>
            <a:chExt cx="321764" cy="321754"/>
          </a:xfrm>
          <a:solidFill>
            <a:srgbClr val="351F46"/>
          </a:solidFill>
        </p:grpSpPr>
        <p:sp>
          <p:nvSpPr>
            <p:cNvPr id="15" name="Freeform: Shape 55">
              <a:extLst>
                <a:ext uri="{FF2B5EF4-FFF2-40B4-BE49-F238E27FC236}">
                  <a16:creationId xmlns:a16="http://schemas.microsoft.com/office/drawing/2014/main" id="{78010065-A82D-502A-81C3-FD48E65204E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038610" y="3840622"/>
              <a:ext cx="245554" cy="245554"/>
            </a:xfrm>
            <a:custGeom>
              <a:gdLst>
                <a:gd name="connsiteX0" fmla="*/ 245555 w 245554"/>
                <a:gd name="connsiteY0" fmla="*/ 122777 h 245554"/>
                <a:gd name="connsiteX1" fmla="*/ 122777 w 245554"/>
                <a:gd name="connsiteY1" fmla="*/ 245555 h 245554"/>
                <a:gd name="connsiteX2" fmla="*/ 0 w 245554"/>
                <a:gd name="connsiteY2" fmla="*/ 122777 h 245554"/>
                <a:gd name="connsiteX3" fmla="*/ 122777 w 245554"/>
                <a:gd name="connsiteY3" fmla="*/ 0 h 245554"/>
                <a:gd name="connsiteX4" fmla="*/ 245555 w 245554"/>
                <a:gd name="connsiteY4" fmla="*/ 122777 h 2455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54" h="245554">
                  <a:moveTo>
                    <a:pt x="245555" y="122777"/>
                  </a:moveTo>
                  <a:cubicBezTo>
                    <a:pt x="245555" y="190585"/>
                    <a:pt x="190585" y="245555"/>
                    <a:pt x="122777" y="245555"/>
                  </a:cubicBezTo>
                  <a:cubicBezTo>
                    <a:pt x="54969" y="245555"/>
                    <a:pt x="0" y="190585"/>
                    <a:pt x="0" y="122777"/>
                  </a:cubicBezTo>
                  <a:cubicBezTo>
                    <a:pt x="0" y="54969"/>
                    <a:pt x="54969" y="0"/>
                    <a:pt x="122777" y="0"/>
                  </a:cubicBezTo>
                  <a:cubicBezTo>
                    <a:pt x="190585" y="0"/>
                    <a:pt x="245555" y="54969"/>
                    <a:pt x="245555" y="1227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: Shape 56">
              <a:extLst>
                <a:ext uri="{FF2B5EF4-FFF2-40B4-BE49-F238E27FC236}">
                  <a16:creationId xmlns:a16="http://schemas.microsoft.com/office/drawing/2014/main" id="{12101B41-6610-624A-6099-76D5FF630C2B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000510" y="3802522"/>
              <a:ext cx="321764" cy="321754"/>
            </a:xfrm>
            <a:custGeom>
              <a:gdLst>
                <a:gd name="connsiteX0" fmla="*/ 160887 w 321764"/>
                <a:gd name="connsiteY0" fmla="*/ 321755 h 321754"/>
                <a:gd name="connsiteX1" fmla="*/ 0 w 321764"/>
                <a:gd name="connsiteY1" fmla="*/ 160877 h 321754"/>
                <a:gd name="connsiteX2" fmla="*/ 160887 w 321764"/>
                <a:gd name="connsiteY2" fmla="*/ 0 h 321754"/>
                <a:gd name="connsiteX3" fmla="*/ 321764 w 321764"/>
                <a:gd name="connsiteY3" fmla="*/ 160877 h 321754"/>
                <a:gd name="connsiteX4" fmla="*/ 160887 w 321764"/>
                <a:gd name="connsiteY4" fmla="*/ 321755 h 321754"/>
                <a:gd name="connsiteX5" fmla="*/ 160887 w 321764"/>
                <a:gd name="connsiteY5" fmla="*/ 76200 h 321754"/>
                <a:gd name="connsiteX6" fmla="*/ 76200 w 321764"/>
                <a:gd name="connsiteY6" fmla="*/ 160877 h 321754"/>
                <a:gd name="connsiteX7" fmla="*/ 160887 w 321764"/>
                <a:gd name="connsiteY7" fmla="*/ 245554 h 321754"/>
                <a:gd name="connsiteX8" fmla="*/ 245564 w 321764"/>
                <a:gd name="connsiteY8" fmla="*/ 160877 h 321754"/>
                <a:gd name="connsiteX9" fmla="*/ 160887 w 321764"/>
                <a:gd name="connsiteY9" fmla="*/ 76200 h 3217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764" h="321754">
                  <a:moveTo>
                    <a:pt x="160887" y="321755"/>
                  </a:moveTo>
                  <a:cubicBezTo>
                    <a:pt x="72180" y="321755"/>
                    <a:pt x="0" y="249584"/>
                    <a:pt x="0" y="160877"/>
                  </a:cubicBezTo>
                  <a:cubicBezTo>
                    <a:pt x="0" y="72171"/>
                    <a:pt x="72171" y="0"/>
                    <a:pt x="160887" y="0"/>
                  </a:cubicBezTo>
                  <a:cubicBezTo>
                    <a:pt x="249584" y="0"/>
                    <a:pt x="321764" y="72171"/>
                    <a:pt x="321764" y="160877"/>
                  </a:cubicBezTo>
                  <a:cubicBezTo>
                    <a:pt x="321764" y="249584"/>
                    <a:pt x="249584" y="321755"/>
                    <a:pt x="160887" y="321755"/>
                  </a:cubicBezTo>
                  <a:close/>
                  <a:moveTo>
                    <a:pt x="160887" y="76200"/>
                  </a:moveTo>
                  <a:cubicBezTo>
                    <a:pt x="114195" y="76200"/>
                    <a:pt x="76200" y="114186"/>
                    <a:pt x="76200" y="160877"/>
                  </a:cubicBezTo>
                  <a:cubicBezTo>
                    <a:pt x="76200" y="207569"/>
                    <a:pt x="114186" y="245554"/>
                    <a:pt x="160887" y="245554"/>
                  </a:cubicBezTo>
                  <a:cubicBezTo>
                    <a:pt x="207569" y="245554"/>
                    <a:pt x="245564" y="207569"/>
                    <a:pt x="245564" y="160877"/>
                  </a:cubicBezTo>
                  <a:cubicBezTo>
                    <a:pt x="245564" y="114186"/>
                    <a:pt x="207569" y="76200"/>
                    <a:pt x="160887" y="7620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10">
            <a:extLst>
              <a:ext uri="{FF2B5EF4-FFF2-40B4-BE49-F238E27FC236}">
                <a16:creationId xmlns:a16="http://schemas.microsoft.com/office/drawing/2014/main" id="{14CEE5CC-91D2-84DF-90A1-72309789729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075352" y="2252664"/>
            <a:ext cx="1316788" cy="1592940"/>
          </a:xfrm>
          <a:custGeom>
            <a:gdLst>
              <a:gd name="connsiteX0" fmla="*/ 1175290 w 1175289"/>
              <a:gd name="connsiteY0" fmla="*/ 0 h 1421768"/>
              <a:gd name="connsiteX1" fmla="*/ 54331 w 1175289"/>
              <a:gd name="connsiteY1" fmla="*/ 0 h 1421768"/>
              <a:gd name="connsiteX2" fmla="*/ 0 w 1175289"/>
              <a:gd name="connsiteY2" fmla="*/ 960977 h 1421768"/>
              <a:gd name="connsiteX3" fmla="*/ 534419 w 1175289"/>
              <a:gd name="connsiteY3" fmla="*/ 1421768 h 1421768"/>
              <a:gd name="connsiteX4" fmla="*/ 1120959 w 1175289"/>
              <a:gd name="connsiteY4" fmla="*/ 960977 h 14217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89" h="1421768">
                <a:moveTo>
                  <a:pt x="1175290" y="0"/>
                </a:moveTo>
                <a:lnTo>
                  <a:pt x="54331" y="0"/>
                </a:lnTo>
                <a:lnTo>
                  <a:pt x="0" y="960977"/>
                </a:lnTo>
                <a:lnTo>
                  <a:pt x="534419" y="1421768"/>
                </a:lnTo>
                <a:lnTo>
                  <a:pt x="1120959" y="960977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11">
            <a:extLst>
              <a:ext uri="{FF2B5EF4-FFF2-40B4-BE49-F238E27FC236}">
                <a16:creationId xmlns:a16="http://schemas.microsoft.com/office/drawing/2014/main" id="{59CB6C9D-81B7-4227-FC3E-574A8C20260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27147" y="2140077"/>
            <a:ext cx="1255914" cy="1705526"/>
          </a:xfrm>
          <a:custGeom>
            <a:gdLst>
              <a:gd name="connsiteX0" fmla="*/ 1120959 w 1120959"/>
              <a:gd name="connsiteY0" fmla="*/ 0 h 1522256"/>
              <a:gd name="connsiteX1" fmla="*/ 0 w 1120959"/>
              <a:gd name="connsiteY1" fmla="*/ 0 h 1522256"/>
              <a:gd name="connsiteX2" fmla="*/ 0 w 1120959"/>
              <a:gd name="connsiteY2" fmla="*/ 1028900 h 1522256"/>
              <a:gd name="connsiteX3" fmla="*/ 560480 w 1120959"/>
              <a:gd name="connsiteY3" fmla="*/ 1522257 h 1522256"/>
              <a:gd name="connsiteX4" fmla="*/ 1120959 w 1120959"/>
              <a:gd name="connsiteY4" fmla="*/ 1028900 h 1522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959" h="1522256">
                <a:moveTo>
                  <a:pt x="1120959" y="0"/>
                </a:moveTo>
                <a:lnTo>
                  <a:pt x="0" y="0"/>
                </a:lnTo>
                <a:lnTo>
                  <a:pt x="0" y="1028900"/>
                </a:lnTo>
                <a:lnTo>
                  <a:pt x="560480" y="1522257"/>
                </a:lnTo>
                <a:lnTo>
                  <a:pt x="1120959" y="10289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12">
            <a:extLst>
              <a:ext uri="{FF2B5EF4-FFF2-40B4-BE49-F238E27FC236}">
                <a16:creationId xmlns:a16="http://schemas.microsoft.com/office/drawing/2014/main" id="{C4F275C8-8BC3-BDC1-7551-E112FBFDF99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56334" y="2252664"/>
            <a:ext cx="1316788" cy="1592940"/>
          </a:xfrm>
          <a:custGeom>
            <a:gdLst>
              <a:gd name="connsiteX0" fmla="*/ 1175290 w 1175289"/>
              <a:gd name="connsiteY0" fmla="*/ 0 h 1421768"/>
              <a:gd name="connsiteX1" fmla="*/ 54331 w 1175289"/>
              <a:gd name="connsiteY1" fmla="*/ 0 h 1421768"/>
              <a:gd name="connsiteX2" fmla="*/ 0 w 1175289"/>
              <a:gd name="connsiteY2" fmla="*/ 960977 h 1421768"/>
              <a:gd name="connsiteX3" fmla="*/ 534429 w 1175289"/>
              <a:gd name="connsiteY3" fmla="*/ 1421768 h 1421768"/>
              <a:gd name="connsiteX4" fmla="*/ 1120959 w 1175289"/>
              <a:gd name="connsiteY4" fmla="*/ 960977 h 14217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89" h="1421768">
                <a:moveTo>
                  <a:pt x="1175290" y="0"/>
                </a:moveTo>
                <a:lnTo>
                  <a:pt x="54331" y="0"/>
                </a:lnTo>
                <a:lnTo>
                  <a:pt x="0" y="960977"/>
                </a:lnTo>
                <a:lnTo>
                  <a:pt x="534429" y="1421768"/>
                </a:lnTo>
                <a:lnTo>
                  <a:pt x="1120959" y="960977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Text13">
            <a:extLst>
              <a:ext uri="{FF2B5EF4-FFF2-40B4-BE49-F238E27FC236}">
                <a16:creationId xmlns:a16="http://schemas.microsoft.com/office/drawing/2014/main" id="{1598F5BB-BA06-086A-BB0D-84103CEA481B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1074855" y="4059042"/>
            <a:ext cx="360502" cy="360491"/>
            <a:chOff x="3424599" y="3802523"/>
            <a:chExt cx="321764" cy="321754"/>
          </a:xfrm>
          <a:solidFill>
            <a:srgbClr val="351F46"/>
          </a:solidFill>
        </p:grpSpPr>
        <p:sp>
          <p:nvSpPr>
            <p:cNvPr id="25" name="Freeform: Shape 388">
              <a:extLst>
                <a:ext uri="{FF2B5EF4-FFF2-40B4-BE49-F238E27FC236}">
                  <a16:creationId xmlns:a16="http://schemas.microsoft.com/office/drawing/2014/main" id="{46195D6F-DCC5-4253-3D12-4B71C680ADB3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3462699" y="3840622"/>
              <a:ext cx="245554" cy="245554"/>
            </a:xfrm>
            <a:custGeom>
              <a:gdLst>
                <a:gd name="connsiteX0" fmla="*/ 245554 w 245554"/>
                <a:gd name="connsiteY0" fmla="*/ 122777 h 245554"/>
                <a:gd name="connsiteX1" fmla="*/ 122777 w 245554"/>
                <a:gd name="connsiteY1" fmla="*/ 245555 h 245554"/>
                <a:gd name="connsiteX2" fmla="*/ 0 w 245554"/>
                <a:gd name="connsiteY2" fmla="*/ 122777 h 245554"/>
                <a:gd name="connsiteX3" fmla="*/ 122777 w 245554"/>
                <a:gd name="connsiteY3" fmla="*/ 0 h 245554"/>
                <a:gd name="connsiteX4" fmla="*/ 245554 w 245554"/>
                <a:gd name="connsiteY4" fmla="*/ 122777 h 2455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54" h="245554">
                  <a:moveTo>
                    <a:pt x="245554" y="122777"/>
                  </a:moveTo>
                  <a:cubicBezTo>
                    <a:pt x="245554" y="190585"/>
                    <a:pt x="190585" y="245555"/>
                    <a:pt x="122777" y="245555"/>
                  </a:cubicBezTo>
                  <a:cubicBezTo>
                    <a:pt x="54969" y="245555"/>
                    <a:pt x="0" y="190585"/>
                    <a:pt x="0" y="122777"/>
                  </a:cubicBezTo>
                  <a:cubicBezTo>
                    <a:pt x="0" y="54969"/>
                    <a:pt x="54969" y="0"/>
                    <a:pt x="122777" y="0"/>
                  </a:cubicBezTo>
                  <a:cubicBezTo>
                    <a:pt x="190585" y="0"/>
                    <a:pt x="245554" y="54969"/>
                    <a:pt x="245554" y="1227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: Shape 389">
              <a:extLst>
                <a:ext uri="{FF2B5EF4-FFF2-40B4-BE49-F238E27FC236}">
                  <a16:creationId xmlns:a16="http://schemas.microsoft.com/office/drawing/2014/main" id="{9B47AC1A-D56C-EA92-3CB1-33ADB61D60E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3424599" y="3802523"/>
              <a:ext cx="321764" cy="321754"/>
            </a:xfrm>
            <a:custGeom>
              <a:gdLst>
                <a:gd name="connsiteX0" fmla="*/ 160877 w 321764"/>
                <a:gd name="connsiteY0" fmla="*/ 321755 h 321754"/>
                <a:gd name="connsiteX1" fmla="*/ 0 w 321764"/>
                <a:gd name="connsiteY1" fmla="*/ 160877 h 321754"/>
                <a:gd name="connsiteX2" fmla="*/ 160877 w 321764"/>
                <a:gd name="connsiteY2" fmla="*/ 0 h 321754"/>
                <a:gd name="connsiteX3" fmla="*/ 321764 w 321764"/>
                <a:gd name="connsiteY3" fmla="*/ 160877 h 321754"/>
                <a:gd name="connsiteX4" fmla="*/ 160877 w 321764"/>
                <a:gd name="connsiteY4" fmla="*/ 321755 h 321754"/>
                <a:gd name="connsiteX5" fmla="*/ 160877 w 321764"/>
                <a:gd name="connsiteY5" fmla="*/ 76200 h 321754"/>
                <a:gd name="connsiteX6" fmla="*/ 76200 w 321764"/>
                <a:gd name="connsiteY6" fmla="*/ 160877 h 321754"/>
                <a:gd name="connsiteX7" fmla="*/ 160877 w 321764"/>
                <a:gd name="connsiteY7" fmla="*/ 245554 h 321754"/>
                <a:gd name="connsiteX8" fmla="*/ 245564 w 321764"/>
                <a:gd name="connsiteY8" fmla="*/ 160877 h 321754"/>
                <a:gd name="connsiteX9" fmla="*/ 160877 w 321764"/>
                <a:gd name="connsiteY9" fmla="*/ 76200 h 3217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764" h="321754">
                  <a:moveTo>
                    <a:pt x="160877" y="321755"/>
                  </a:moveTo>
                  <a:cubicBezTo>
                    <a:pt x="72180" y="321755"/>
                    <a:pt x="0" y="249584"/>
                    <a:pt x="0" y="160877"/>
                  </a:cubicBezTo>
                  <a:cubicBezTo>
                    <a:pt x="0" y="72171"/>
                    <a:pt x="72171" y="0"/>
                    <a:pt x="160877" y="0"/>
                  </a:cubicBezTo>
                  <a:cubicBezTo>
                    <a:pt x="249584" y="0"/>
                    <a:pt x="321764" y="72171"/>
                    <a:pt x="321764" y="160877"/>
                  </a:cubicBezTo>
                  <a:cubicBezTo>
                    <a:pt x="321764" y="249584"/>
                    <a:pt x="249584" y="321755"/>
                    <a:pt x="160877" y="321755"/>
                  </a:cubicBezTo>
                  <a:close/>
                  <a:moveTo>
                    <a:pt x="160877" y="76200"/>
                  </a:moveTo>
                  <a:cubicBezTo>
                    <a:pt x="114195" y="76200"/>
                    <a:pt x="76200" y="114186"/>
                    <a:pt x="76200" y="160877"/>
                  </a:cubicBezTo>
                  <a:cubicBezTo>
                    <a:pt x="76200" y="207569"/>
                    <a:pt x="114186" y="245554"/>
                    <a:pt x="160877" y="245554"/>
                  </a:cubicBezTo>
                  <a:cubicBezTo>
                    <a:pt x="207569" y="245554"/>
                    <a:pt x="245564" y="207569"/>
                    <a:pt x="245564" y="160877"/>
                  </a:cubicBezTo>
                  <a:cubicBezTo>
                    <a:pt x="245564" y="114186"/>
                    <a:pt x="207569" y="76200"/>
                    <a:pt x="160877" y="762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Text14">
            <a:extLst>
              <a:ext uri="{FF2B5EF4-FFF2-40B4-BE49-F238E27FC236}">
                <a16:creationId xmlns:a16="http://schemas.microsoft.com/office/drawing/2014/main" id="{5FB9A8B8-59E1-EC9C-45AE-716F4B784EB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836421" y="2588682"/>
            <a:ext cx="837345" cy="58017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itchFamily="2" charset="77"/>
              </a:rPr>
              <a:t>01</a:t>
            </a:r>
            <a:endParaRPr lang="en-ID" sz="3600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 SemiBold" pitchFamily="2" charset="77"/>
            </a:endParaRPr>
          </a:p>
        </p:txBody>
      </p:sp>
      <p:sp>
        <p:nvSpPr>
          <p:cNvPr id="28" name="Text15">
            <a:extLst>
              <a:ext uri="{FF2B5EF4-FFF2-40B4-BE49-F238E27FC236}">
                <a16:creationId xmlns:a16="http://schemas.microsoft.com/office/drawing/2014/main" id="{1DBE206B-8C35-B88A-BD2C-808800DBC60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3269370" y="2588682"/>
            <a:ext cx="837345" cy="58017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itchFamily="2" charset="77"/>
              </a:rPr>
              <a:t>02</a:t>
            </a:r>
            <a:endParaRPr lang="en-ID" sz="3600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 SemiBold" pitchFamily="2" charset="77"/>
            </a:endParaRPr>
          </a:p>
        </p:txBody>
      </p:sp>
      <p:sp>
        <p:nvSpPr>
          <p:cNvPr id="29" name="Text16">
            <a:extLst>
              <a:ext uri="{FF2B5EF4-FFF2-40B4-BE49-F238E27FC236}">
                <a16:creationId xmlns:a16="http://schemas.microsoft.com/office/drawing/2014/main" id="{C9707108-66D7-966C-50DA-B764AAA1827A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735181" y="2588682"/>
            <a:ext cx="837345" cy="58017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itchFamily="2" charset="77"/>
              </a:rPr>
              <a:t>03</a:t>
            </a:r>
            <a:endParaRPr lang="en-ID" sz="3600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 SemiBold" pitchFamily="2" charset="77"/>
            </a:endParaRPr>
          </a:p>
        </p:txBody>
      </p:sp>
      <p:sp>
        <p:nvSpPr>
          <p:cNvPr id="30" name="Text17">
            <a:extLst>
              <a:ext uri="{FF2B5EF4-FFF2-40B4-BE49-F238E27FC236}">
                <a16:creationId xmlns:a16="http://schemas.microsoft.com/office/drawing/2014/main" id="{52D3BC92-9CB1-30B9-0BDF-17D2B219464C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8127656" y="2588682"/>
            <a:ext cx="837345" cy="58017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itchFamily="2" charset="77"/>
              </a:rPr>
              <a:t>04</a:t>
            </a:r>
            <a:endParaRPr lang="en-ID" sz="3600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 SemiBold" pitchFamily="2" charset="77"/>
            </a:endParaRPr>
          </a:p>
        </p:txBody>
      </p:sp>
      <p:sp>
        <p:nvSpPr>
          <p:cNvPr id="44" name="Text18">
            <a:extLst>
              <a:ext uri="{FF2B5EF4-FFF2-40B4-BE49-F238E27FC236}">
                <a16:creationId xmlns:a16="http://schemas.microsoft.com/office/drawing/2014/main" id="{A70D7997-57CA-5BF8-8C37-5CA1C1CE1993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347808" y="4584238"/>
            <a:ext cx="1774345" cy="33152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模板选择</a:t>
            </a:r>
          </a:p>
        </p:txBody>
      </p:sp>
      <p:sp>
        <p:nvSpPr>
          <p:cNvPr id="54" name="Text19">
            <a:extLst>
              <a:ext uri="{FF2B5EF4-FFF2-40B4-BE49-F238E27FC236}">
                <a16:creationId xmlns:a16="http://schemas.microsoft.com/office/drawing/2014/main" id="{B14B3522-6ABB-720F-713D-E6FE0E2767BB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2792047" y="4584238"/>
            <a:ext cx="1774345" cy="33152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自定义主题</a:t>
            </a:r>
          </a:p>
        </p:txBody>
      </p:sp>
      <p:sp>
        <p:nvSpPr>
          <p:cNvPr id="56" name="Text20">
            <a:extLst>
              <a:ext uri="{FF2B5EF4-FFF2-40B4-BE49-F238E27FC236}">
                <a16:creationId xmlns:a16="http://schemas.microsoft.com/office/drawing/2014/main" id="{0ADE99DC-342E-7D18-F620-FBF2BC4F4D4D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5221995" y="4584238"/>
            <a:ext cx="1774345" cy="33152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模板资源</a:t>
            </a:r>
          </a:p>
        </p:txBody>
      </p:sp>
      <p:sp>
        <p:nvSpPr>
          <p:cNvPr id="58" name="Text21">
            <a:extLst>
              <a:ext uri="{FF2B5EF4-FFF2-40B4-BE49-F238E27FC236}">
                <a16:creationId xmlns:a16="http://schemas.microsoft.com/office/drawing/2014/main" id="{C12CF5D8-D474-0694-6351-5BAD09D59B3F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649888" y="4584238"/>
            <a:ext cx="1774345" cy="33152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模板与内容适配</a:t>
            </a:r>
          </a:p>
        </p:txBody>
      </p:sp>
      <p:sp>
        <p:nvSpPr>
          <p:cNvPr id="43" name="Text22">
            <a:extLst>
              <a:ext uri="{FF2B5EF4-FFF2-40B4-BE49-F238E27FC236}">
                <a16:creationId xmlns:a16="http://schemas.microsoft.com/office/drawing/2014/main" id="{A6D60EA7-54E7-B85C-5776-F79C3648B0C9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359593" y="5011025"/>
            <a:ext cx="1774345" cy="1541817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根据演示的主题和受众选择合适的模板。模板应简洁专业，避免过于花哨或与内容不相关的设计。</a:t>
            </a:r>
          </a:p>
        </p:txBody>
      </p:sp>
      <p:sp>
        <p:nvSpPr>
          <p:cNvPr id="53" name="Text23">
            <a:extLst>
              <a:ext uri="{FF2B5EF4-FFF2-40B4-BE49-F238E27FC236}">
                <a16:creationId xmlns:a16="http://schemas.microsoft.com/office/drawing/2014/main" id="{94896485-3AC3-B6B1-1411-D144F139230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2792047" y="5011026"/>
            <a:ext cx="1774345" cy="1541816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通过调整颜色、字体和效果创建自定义主题。自定义主题能够体现品牌形象或个性化风格，提升演示的独特性。</a:t>
            </a:r>
          </a:p>
        </p:txBody>
      </p:sp>
      <p:sp>
        <p:nvSpPr>
          <p:cNvPr id="55" name="Text24">
            <a:extLst>
              <a:ext uri="{FF2B5EF4-FFF2-40B4-BE49-F238E27FC236}">
                <a16:creationId xmlns:a16="http://schemas.microsoft.com/office/drawing/2014/main" id="{E1258D48-2979-5ABC-6E8B-3CE48D903945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229930" y="5011026"/>
            <a:ext cx="1774345" cy="1541815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利用在线资源如Office模板库、设计平台和第三方网站获取高质量的PPT模板。确保模板的版权和使用许可符合需求。</a:t>
            </a:r>
          </a:p>
        </p:txBody>
      </p:sp>
      <p:sp>
        <p:nvSpPr>
          <p:cNvPr id="57" name="Text25">
            <a:extLst>
              <a:ext uri="{FF2B5EF4-FFF2-40B4-BE49-F238E27FC236}">
                <a16:creationId xmlns:a16="http://schemas.microsoft.com/office/drawing/2014/main" id="{6AD10512-1977-DD94-B684-16C536F6B065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7649888" y="5011026"/>
            <a:ext cx="1774345" cy="1541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模板应与演示内容高度适配，避免模板设计喧宾夺主。内容始终是PPT的核心，模板只是辅助工具。</a:t>
            </a:r>
          </a:p>
        </p:txBody>
      </p:sp>
      <p:grpSp>
        <p:nvGrpSpPr>
          <p:cNvPr id="10" name="Text26">
            <a:extLst>
              <a:ext uri="{FF2B5EF4-FFF2-40B4-BE49-F238E27FC236}">
                <a16:creationId xmlns:a16="http://schemas.microsoft.com/office/drawing/2014/main" id="{DC6A9AFC-35CE-BE79-A5D8-65EA03991F1F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10776769" y="4059039"/>
            <a:ext cx="360502" cy="360491"/>
            <a:chOff x="8152342" y="3802522"/>
            <a:chExt cx="321764" cy="321754"/>
          </a:xfrm>
          <a:solidFill>
            <a:srgbClr val="351F46"/>
          </a:solidFill>
        </p:grpSpPr>
        <p:sp>
          <p:nvSpPr>
            <p:cNvPr id="11" name="Freeform: Shape 63">
              <a:extLst>
                <a:ext uri="{FF2B5EF4-FFF2-40B4-BE49-F238E27FC236}">
                  <a16:creationId xmlns:a16="http://schemas.microsoft.com/office/drawing/2014/main" id="{B59F15BC-4557-17C3-F7AB-D8B36166B08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190452" y="3840622"/>
              <a:ext cx="245554" cy="245554"/>
            </a:xfrm>
            <a:custGeom>
              <a:gdLst>
                <a:gd name="connsiteX0" fmla="*/ 245554 w 245554"/>
                <a:gd name="connsiteY0" fmla="*/ 122777 h 245554"/>
                <a:gd name="connsiteX1" fmla="*/ 122777 w 245554"/>
                <a:gd name="connsiteY1" fmla="*/ 245555 h 245554"/>
                <a:gd name="connsiteX2" fmla="*/ 0 w 245554"/>
                <a:gd name="connsiteY2" fmla="*/ 122777 h 245554"/>
                <a:gd name="connsiteX3" fmla="*/ 122777 w 245554"/>
                <a:gd name="connsiteY3" fmla="*/ 0 h 245554"/>
                <a:gd name="connsiteX4" fmla="*/ 245554 w 245554"/>
                <a:gd name="connsiteY4" fmla="*/ 122777 h 2455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554" h="245554">
                  <a:moveTo>
                    <a:pt x="245554" y="122777"/>
                  </a:moveTo>
                  <a:cubicBezTo>
                    <a:pt x="245554" y="190585"/>
                    <a:pt x="190585" y="245555"/>
                    <a:pt x="122777" y="245555"/>
                  </a:cubicBezTo>
                  <a:cubicBezTo>
                    <a:pt x="54969" y="245555"/>
                    <a:pt x="0" y="190585"/>
                    <a:pt x="0" y="122777"/>
                  </a:cubicBezTo>
                  <a:cubicBezTo>
                    <a:pt x="0" y="54969"/>
                    <a:pt x="54969" y="0"/>
                    <a:pt x="122777" y="0"/>
                  </a:cubicBezTo>
                  <a:cubicBezTo>
                    <a:pt x="190585" y="0"/>
                    <a:pt x="245554" y="54969"/>
                    <a:pt x="245554" y="1227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: Shape 64">
              <a:extLst>
                <a:ext uri="{FF2B5EF4-FFF2-40B4-BE49-F238E27FC236}">
                  <a16:creationId xmlns:a16="http://schemas.microsoft.com/office/drawing/2014/main" id="{1C1A9F71-19BE-C11C-1AFC-97179CB625A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152342" y="3802522"/>
              <a:ext cx="321764" cy="321754"/>
            </a:xfrm>
            <a:custGeom>
              <a:gdLst>
                <a:gd name="connsiteX0" fmla="*/ 160877 w 321764"/>
                <a:gd name="connsiteY0" fmla="*/ 321755 h 321754"/>
                <a:gd name="connsiteX1" fmla="*/ 0 w 321764"/>
                <a:gd name="connsiteY1" fmla="*/ 160877 h 321754"/>
                <a:gd name="connsiteX2" fmla="*/ 160877 w 321764"/>
                <a:gd name="connsiteY2" fmla="*/ 0 h 321754"/>
                <a:gd name="connsiteX3" fmla="*/ 321764 w 321764"/>
                <a:gd name="connsiteY3" fmla="*/ 160877 h 321754"/>
                <a:gd name="connsiteX4" fmla="*/ 160877 w 321764"/>
                <a:gd name="connsiteY4" fmla="*/ 321755 h 321754"/>
                <a:gd name="connsiteX5" fmla="*/ 160877 w 321764"/>
                <a:gd name="connsiteY5" fmla="*/ 76200 h 321754"/>
                <a:gd name="connsiteX6" fmla="*/ 76200 w 321764"/>
                <a:gd name="connsiteY6" fmla="*/ 160877 h 321754"/>
                <a:gd name="connsiteX7" fmla="*/ 160877 w 321764"/>
                <a:gd name="connsiteY7" fmla="*/ 245554 h 321754"/>
                <a:gd name="connsiteX8" fmla="*/ 245564 w 321764"/>
                <a:gd name="connsiteY8" fmla="*/ 160877 h 321754"/>
                <a:gd name="connsiteX9" fmla="*/ 160877 w 321764"/>
                <a:gd name="connsiteY9" fmla="*/ 76200 h 32175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1764" h="321754">
                  <a:moveTo>
                    <a:pt x="160877" y="321755"/>
                  </a:moveTo>
                  <a:cubicBezTo>
                    <a:pt x="72180" y="321755"/>
                    <a:pt x="0" y="249584"/>
                    <a:pt x="0" y="160877"/>
                  </a:cubicBezTo>
                  <a:cubicBezTo>
                    <a:pt x="0" y="72171"/>
                    <a:pt x="72171" y="0"/>
                    <a:pt x="160877" y="0"/>
                  </a:cubicBezTo>
                  <a:cubicBezTo>
                    <a:pt x="249584" y="0"/>
                    <a:pt x="321764" y="72171"/>
                    <a:pt x="321764" y="160877"/>
                  </a:cubicBezTo>
                  <a:cubicBezTo>
                    <a:pt x="321764" y="249584"/>
                    <a:pt x="249593" y="321755"/>
                    <a:pt x="160877" y="321755"/>
                  </a:cubicBezTo>
                  <a:close/>
                  <a:moveTo>
                    <a:pt x="160877" y="76200"/>
                  </a:moveTo>
                  <a:cubicBezTo>
                    <a:pt x="114195" y="76200"/>
                    <a:pt x="76200" y="114186"/>
                    <a:pt x="76200" y="160877"/>
                  </a:cubicBezTo>
                  <a:cubicBezTo>
                    <a:pt x="76200" y="207569"/>
                    <a:pt x="114186" y="245554"/>
                    <a:pt x="160877" y="245554"/>
                  </a:cubicBezTo>
                  <a:cubicBezTo>
                    <a:pt x="207569" y="245554"/>
                    <a:pt x="245564" y="207569"/>
                    <a:pt x="245564" y="160877"/>
                  </a:cubicBezTo>
                  <a:cubicBezTo>
                    <a:pt x="245564" y="114186"/>
                    <a:pt x="207579" y="76200"/>
                    <a:pt x="160877" y="7620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Text27">
            <a:extLst>
              <a:ext uri="{FF2B5EF4-FFF2-40B4-BE49-F238E27FC236}">
                <a16:creationId xmlns:a16="http://schemas.microsoft.com/office/drawing/2014/main" id="{BCF0DDE1-EC0A-5F46-6E86-ACEF07147EFE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10353586" y="2252664"/>
            <a:ext cx="1316788" cy="1592940"/>
          </a:xfrm>
          <a:custGeom>
            <a:gdLst>
              <a:gd name="connsiteX0" fmla="*/ 1175290 w 1175289"/>
              <a:gd name="connsiteY0" fmla="*/ 0 h 1421768"/>
              <a:gd name="connsiteX1" fmla="*/ 54330 w 1175289"/>
              <a:gd name="connsiteY1" fmla="*/ 0 h 1421768"/>
              <a:gd name="connsiteX2" fmla="*/ 0 w 1175289"/>
              <a:gd name="connsiteY2" fmla="*/ 960977 h 1421768"/>
              <a:gd name="connsiteX3" fmla="*/ 534429 w 1175289"/>
              <a:gd name="connsiteY3" fmla="*/ 1421768 h 1421768"/>
              <a:gd name="connsiteX4" fmla="*/ 1120959 w 1175289"/>
              <a:gd name="connsiteY4" fmla="*/ 960977 h 142176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289" h="1421768">
                <a:moveTo>
                  <a:pt x="1175290" y="0"/>
                </a:moveTo>
                <a:lnTo>
                  <a:pt x="54330" y="0"/>
                </a:lnTo>
                <a:lnTo>
                  <a:pt x="0" y="960977"/>
                </a:lnTo>
                <a:lnTo>
                  <a:pt x="534429" y="1421768"/>
                </a:lnTo>
                <a:lnTo>
                  <a:pt x="1120959" y="960977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28">
            <a:extLst>
              <a:ext uri="{FF2B5EF4-FFF2-40B4-BE49-F238E27FC236}">
                <a16:creationId xmlns:a16="http://schemas.microsoft.com/office/drawing/2014/main" id="{12453A7C-DC35-8702-E5D1-D06AE246DDDE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0324400" y="2140077"/>
            <a:ext cx="1255914" cy="1705526"/>
          </a:xfrm>
          <a:custGeom>
            <a:gdLst>
              <a:gd name="connsiteX0" fmla="*/ 1120959 w 1120958"/>
              <a:gd name="connsiteY0" fmla="*/ 0 h 1522256"/>
              <a:gd name="connsiteX1" fmla="*/ 0 w 1120958"/>
              <a:gd name="connsiteY1" fmla="*/ 0 h 1522256"/>
              <a:gd name="connsiteX2" fmla="*/ 0 w 1120958"/>
              <a:gd name="connsiteY2" fmla="*/ 1028900 h 1522256"/>
              <a:gd name="connsiteX3" fmla="*/ 560480 w 1120958"/>
              <a:gd name="connsiteY3" fmla="*/ 1522257 h 1522256"/>
              <a:gd name="connsiteX4" fmla="*/ 1120959 w 1120958"/>
              <a:gd name="connsiteY4" fmla="*/ 1028900 h 15222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958" h="1522256">
                <a:moveTo>
                  <a:pt x="1120959" y="0"/>
                </a:moveTo>
                <a:lnTo>
                  <a:pt x="0" y="0"/>
                </a:lnTo>
                <a:lnTo>
                  <a:pt x="0" y="1028900"/>
                </a:lnTo>
                <a:lnTo>
                  <a:pt x="560480" y="1522257"/>
                </a:lnTo>
                <a:lnTo>
                  <a:pt x="1120959" y="10289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29">
            <a:extLst>
              <a:ext uri="{FF2B5EF4-FFF2-40B4-BE49-F238E27FC236}">
                <a16:creationId xmlns:a16="http://schemas.microsoft.com/office/drawing/2014/main" id="{595CC848-E084-20A6-8F32-309860E1EFC1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10547615" y="2588682"/>
            <a:ext cx="837345" cy="580173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itchFamily="2" charset="77"/>
              </a:rPr>
              <a:t>05</a:t>
            </a:r>
            <a:endParaRPr lang="en-ID" sz="3600" b="1" spc="1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 SemiBold" pitchFamily="2" charset="77"/>
            </a:endParaRPr>
          </a:p>
        </p:txBody>
      </p:sp>
      <p:sp>
        <p:nvSpPr>
          <p:cNvPr id="33" name="Text30">
            <a:extLst>
              <a:ext uri="{FF2B5EF4-FFF2-40B4-BE49-F238E27FC236}">
                <a16:creationId xmlns:a16="http://schemas.microsoft.com/office/drawing/2014/main" id="{83147C6A-04B2-857D-D702-CA002758D755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0069847" y="4584238"/>
            <a:ext cx="1774345" cy="33152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模板案例演示</a:t>
            </a:r>
          </a:p>
        </p:txBody>
      </p:sp>
      <p:sp>
        <p:nvSpPr>
          <p:cNvPr id="35" name="Text31">
            <a:extLst>
              <a:ext uri="{FF2B5EF4-FFF2-40B4-BE49-F238E27FC236}">
                <a16:creationId xmlns:a16="http://schemas.microsoft.com/office/drawing/2014/main" id="{84314F90-5A4B-EA05-6103-6A9DCC9F1B62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0069847" y="5011026"/>
            <a:ext cx="1774345" cy="1541814"/>
          </a:xfrm>
          <a:prstGeom prst="rect">
            <a:avLst/>
          </a:prstGeom>
          <a:noFill/>
        </p:spPr>
        <p:txBody>
          <a:bodyPr wrap="square" lIns="72000" tIns="36000" rIns="72000" bIns="3600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通过实际案例演示如何选择和定制模板。案例可以包括企业汇报、学术演讲和创意展示等。</a:t>
            </a:r>
          </a:p>
        </p:txBody>
      </p:sp>
    </p:spTree>
    <p:custDataLst>
      <p:custData r:id="rId45"/>
      <p:tags r:id="rId46"/>
    </p:custDataLst>
    <p:extLst>
      <p:ext uri="{BB962C8B-B14F-4D97-AF65-F5344CB8AC3E}">
        <p14:creationId val="46360597"/>
      </p:ext>
    </p:extLst>
  </p:cSld>
  <p:clrMapOvr>
    <a:masterClrMapping/>
  </p:clrMapOvr>
</p:sld>
</file>

<file path=ppt/slides/slide12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hapter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1">
            <a:extLst>
              <a:ext uri="{FF2B5EF4-FFF2-40B4-BE49-F238E27FC236}">
                <a16:creationId xmlns:a16="http://schemas.microsoft.com/office/drawing/2014/main" id="{8DBE7B01-845F-5CA3-D22B-C14CF880A8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9280" y="3141980"/>
            <a:ext cx="11013440" cy="135763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体圈欣意冠黑体" panose="00000500000000000000" charset="-122"/>
                <a:sym typeface="+mn-lt"/>
              </a:rPr>
              <a:t>PPT实战应用</a:t>
            </a:r>
          </a:p>
        </p:txBody>
      </p:sp>
      <p:sp>
        <p:nvSpPr>
          <p:cNvPr id="4" name="Text2">
            <a:extLst>
              <a:ext uri="{FF2B5EF4-FFF2-40B4-BE49-F238E27FC236}">
                <a16:creationId xmlns:a16="http://schemas.microsoft.com/office/drawing/2014/main" id="{C0F08E87-2A8C-0F33-3B01-79ADEA152D2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89280" y="4617085"/>
            <a:ext cx="1101344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Practical Application of PPT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515496-85C3-74F3-EC7B-C1A3648016D6}"/>
              </a:ext>
            </a:extLst>
          </p:cNvPr>
          <p:cNvSpPr/>
          <p:nvPr/>
        </p:nvSpPr>
        <p:spPr>
          <a:xfrm>
            <a:off x="5205095" y="1340485"/>
            <a:ext cx="1721485" cy="1721485"/>
          </a:xfrm>
          <a:prstGeom prst="ellipse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Text3">
            <a:extLst>
              <a:ext uri="{FF2B5EF4-FFF2-40B4-BE49-F238E27FC236}">
                <a16:creationId xmlns:a16="http://schemas.microsoft.com/office/drawing/2014/main" id="{A631956A-1220-4EDA-3A88-5A055155BD5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05095" y="1314450"/>
            <a:ext cx="1782445" cy="17037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</p:spTree>
    <p:custDataLst>
      <p:custData r:id="rId6"/>
      <p:tags r:id="rId7"/>
    </p:custDataLst>
  </p:cSld>
  <p:clrMapOvr>
    <a:masterClrMapping/>
  </p:clrMapOvr>
</p:sld>
</file>

<file path=ppt/slides/slide13.xml><?xml version="1.0" encoding="utf-8"?>
<p:sld xmlns:a16="http://schemas.microsoft.com/office/drawing/2014/main" xmlns:asvg="http://schemas.microsoft.com/office/drawing/2016/SVG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5" name="Text1">
            <a:extLst>
              <a:ext uri="{FF2B5EF4-FFF2-40B4-BE49-F238E27FC236}">
                <a16:creationId xmlns:a16="http://schemas.microsoft.com/office/drawing/2014/main" id="{E9F9809D-61C6-B83A-2855-94F22BF78C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商业汇报PPT</a:t>
            </a:r>
          </a:p>
        </p:txBody>
      </p:sp>
      <p:grpSp>
        <p:nvGrpSpPr>
          <p:cNvPr id="2" name="Text2">
            <a:extLst>
              <a:ext uri="{FF2B5EF4-FFF2-40B4-BE49-F238E27FC236}">
                <a16:creationId xmlns:a16="http://schemas.microsoft.com/office/drawing/2014/main" id="{5BCDF39A-5648-5738-7698-1A1A962D1F1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293924" y="2027139"/>
            <a:ext cx="206648" cy="206648"/>
            <a:chOff x="4705587" y="2597986"/>
            <a:chExt cx="160910" cy="160910"/>
          </a:xfrm>
        </p:grpSpPr>
        <p:sp>
          <p:nvSpPr>
            <p:cNvPr id="47" name="Freeform 108">
              <a:extLst>
                <a:ext uri="{FF2B5EF4-FFF2-40B4-BE49-F238E27FC236}">
                  <a16:creationId xmlns:a16="http://schemas.microsoft.com/office/drawing/2014/main" id="{5AA2A692-7A52-9AE5-C854-AFEB44E1227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4705587" y="2597986"/>
              <a:ext cx="160910" cy="160910"/>
            </a:xfrm>
            <a:custGeom>
              <a:gdLst>
                <a:gd name="T0" fmla="*/ 220 w 220"/>
                <a:gd name="T1" fmla="*/ 220 h 220"/>
                <a:gd name="T2" fmla="*/ 0 w 220"/>
                <a:gd name="T3" fmla="*/ 112 h 220"/>
                <a:gd name="T4" fmla="*/ 220 w 220"/>
                <a:gd name="T5" fmla="*/ 0 h 220"/>
                <a:gd name="T6" fmla="*/ 22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220" y="220"/>
                  </a:moveTo>
                  <a:lnTo>
                    <a:pt x="0" y="112"/>
                  </a:lnTo>
                  <a:lnTo>
                    <a:pt x="220" y="0"/>
                  </a:lnTo>
                  <a:lnTo>
                    <a:pt x="220" y="2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80D428A7-8073-E7FA-6778-49235C1F275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705587" y="2597986"/>
              <a:ext cx="160910" cy="160910"/>
            </a:xfrm>
            <a:custGeom>
              <a:gdLst>
                <a:gd name="T0" fmla="*/ 220 w 220"/>
                <a:gd name="T1" fmla="*/ 220 h 220"/>
                <a:gd name="T2" fmla="*/ 0 w 220"/>
                <a:gd name="T3" fmla="*/ 112 h 220"/>
                <a:gd name="T4" fmla="*/ 220 w 220"/>
                <a:gd name="T5" fmla="*/ 0 h 220"/>
                <a:gd name="T6" fmla="*/ 22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220" y="220"/>
                  </a:moveTo>
                  <a:lnTo>
                    <a:pt x="0" y="112"/>
                  </a:lnTo>
                  <a:lnTo>
                    <a:pt x="220" y="0"/>
                  </a:lnTo>
                  <a:lnTo>
                    <a:pt x="220" y="22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C7CFCA00-7B6D-2CA1-D3E9-95C820CE618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705587" y="2679904"/>
              <a:ext cx="160910" cy="78992"/>
            </a:xfrm>
            <a:custGeom>
              <a:gdLst>
                <a:gd name="T0" fmla="*/ 220 w 220"/>
                <a:gd name="T1" fmla="*/ 0 h 108"/>
                <a:gd name="T2" fmla="*/ 0 w 220"/>
                <a:gd name="T3" fmla="*/ 0 h 108"/>
                <a:gd name="T4" fmla="*/ 220 w 220"/>
                <a:gd name="T5" fmla="*/ 108 h 108"/>
                <a:gd name="T6" fmla="*/ 220 w 220"/>
                <a:gd name="T7" fmla="*/ 0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8">
                  <a:moveTo>
                    <a:pt x="220" y="0"/>
                  </a:moveTo>
                  <a:lnTo>
                    <a:pt x="0" y="0"/>
                  </a:lnTo>
                  <a:lnTo>
                    <a:pt x="220" y="10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E247B55-BB12-5FD5-5740-EC633A8252B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705587" y="2679904"/>
              <a:ext cx="160910" cy="78992"/>
            </a:xfrm>
            <a:custGeom>
              <a:gdLst>
                <a:gd name="T0" fmla="*/ 220 w 220"/>
                <a:gd name="T1" fmla="*/ 0 h 108"/>
                <a:gd name="T2" fmla="*/ 0 w 220"/>
                <a:gd name="T3" fmla="*/ 0 h 108"/>
                <a:gd name="T4" fmla="*/ 220 w 220"/>
                <a:gd name="T5" fmla="*/ 108 h 108"/>
                <a:gd name="T6" fmla="*/ 220 w 220"/>
                <a:gd name="T7" fmla="*/ 0 h 10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8">
                  <a:moveTo>
                    <a:pt x="220" y="0"/>
                  </a:moveTo>
                  <a:lnTo>
                    <a:pt x="0" y="0"/>
                  </a:lnTo>
                  <a:lnTo>
                    <a:pt x="220" y="108"/>
                  </a:lnTo>
                  <a:lnTo>
                    <a:pt x="2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" name="Text3">
            <a:extLst>
              <a:ext uri="{FF2B5EF4-FFF2-40B4-BE49-F238E27FC236}">
                <a16:creationId xmlns:a16="http://schemas.microsoft.com/office/drawing/2014/main" id="{51E1A301-7C4B-0328-A76C-29BBB270A0C1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4518419" y="5250856"/>
            <a:ext cx="206648" cy="206649"/>
            <a:chOff x="4880394" y="5108189"/>
            <a:chExt cx="160910" cy="160911"/>
          </a:xfrm>
        </p:grpSpPr>
        <p:sp>
          <p:nvSpPr>
            <p:cNvPr id="43" name="Freeform 112">
              <a:extLst>
                <a:ext uri="{FF2B5EF4-FFF2-40B4-BE49-F238E27FC236}">
                  <a16:creationId xmlns:a16="http://schemas.microsoft.com/office/drawing/2014/main" id="{BCCA7E43-A17A-0591-8B5F-6C61BFA9B24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880394" y="5108189"/>
              <a:ext cx="160910" cy="160910"/>
            </a:xfrm>
            <a:custGeom>
              <a:gdLst>
                <a:gd name="T0" fmla="*/ 220 w 220"/>
                <a:gd name="T1" fmla="*/ 220 h 220"/>
                <a:gd name="T2" fmla="*/ 0 w 220"/>
                <a:gd name="T3" fmla="*/ 111 h 220"/>
                <a:gd name="T4" fmla="*/ 220 w 220"/>
                <a:gd name="T5" fmla="*/ 0 h 220"/>
                <a:gd name="T6" fmla="*/ 22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220" y="220"/>
                  </a:moveTo>
                  <a:lnTo>
                    <a:pt x="0" y="111"/>
                  </a:lnTo>
                  <a:lnTo>
                    <a:pt x="220" y="0"/>
                  </a:lnTo>
                  <a:lnTo>
                    <a:pt x="220" y="2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Freeform 113">
              <a:extLst>
                <a:ext uri="{FF2B5EF4-FFF2-40B4-BE49-F238E27FC236}">
                  <a16:creationId xmlns:a16="http://schemas.microsoft.com/office/drawing/2014/main" id="{0E86AE45-2F6F-371A-CFCD-6CA2DCEB968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880394" y="5108189"/>
              <a:ext cx="160910" cy="160910"/>
            </a:xfrm>
            <a:custGeom>
              <a:gdLst>
                <a:gd name="T0" fmla="*/ 220 w 220"/>
                <a:gd name="T1" fmla="*/ 220 h 220"/>
                <a:gd name="T2" fmla="*/ 0 w 220"/>
                <a:gd name="T3" fmla="*/ 111 h 220"/>
                <a:gd name="T4" fmla="*/ 220 w 220"/>
                <a:gd name="T5" fmla="*/ 0 h 220"/>
                <a:gd name="T6" fmla="*/ 22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220" y="220"/>
                  </a:moveTo>
                  <a:lnTo>
                    <a:pt x="0" y="111"/>
                  </a:lnTo>
                  <a:lnTo>
                    <a:pt x="220" y="0"/>
                  </a:lnTo>
                  <a:lnTo>
                    <a:pt x="220" y="2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Freeform 114">
              <a:extLst>
                <a:ext uri="{FF2B5EF4-FFF2-40B4-BE49-F238E27FC236}">
                  <a16:creationId xmlns:a16="http://schemas.microsoft.com/office/drawing/2014/main" id="{53C6CD24-82E6-6A26-D27B-3BB90B30676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4880394" y="5189376"/>
              <a:ext cx="160910" cy="79724"/>
            </a:xfrm>
            <a:custGeom>
              <a:gdLst>
                <a:gd name="T0" fmla="*/ 220 w 220"/>
                <a:gd name="T1" fmla="*/ 0 h 109"/>
                <a:gd name="T2" fmla="*/ 0 w 220"/>
                <a:gd name="T3" fmla="*/ 0 h 109"/>
                <a:gd name="T4" fmla="*/ 220 w 220"/>
                <a:gd name="T5" fmla="*/ 109 h 109"/>
                <a:gd name="T6" fmla="*/ 220 w 220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9">
                  <a:moveTo>
                    <a:pt x="220" y="0"/>
                  </a:moveTo>
                  <a:lnTo>
                    <a:pt x="0" y="0"/>
                  </a:lnTo>
                  <a:lnTo>
                    <a:pt x="220" y="10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Freeform 115">
              <a:extLst>
                <a:ext uri="{FF2B5EF4-FFF2-40B4-BE49-F238E27FC236}">
                  <a16:creationId xmlns:a16="http://schemas.microsoft.com/office/drawing/2014/main" id="{77B25C41-E407-48D3-6A4E-6444B320F73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4880394" y="5189376"/>
              <a:ext cx="160910" cy="79724"/>
            </a:xfrm>
            <a:custGeom>
              <a:gdLst>
                <a:gd name="T0" fmla="*/ 220 w 220"/>
                <a:gd name="T1" fmla="*/ 0 h 109"/>
                <a:gd name="T2" fmla="*/ 0 w 220"/>
                <a:gd name="T3" fmla="*/ 0 h 109"/>
                <a:gd name="T4" fmla="*/ 220 w 220"/>
                <a:gd name="T5" fmla="*/ 109 h 109"/>
                <a:gd name="T6" fmla="*/ 220 w 220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9">
                  <a:moveTo>
                    <a:pt x="220" y="0"/>
                  </a:moveTo>
                  <a:lnTo>
                    <a:pt x="0" y="0"/>
                  </a:lnTo>
                  <a:lnTo>
                    <a:pt x="220" y="109"/>
                  </a:lnTo>
                  <a:lnTo>
                    <a:pt x="2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Text4">
            <a:extLst>
              <a:ext uri="{FF2B5EF4-FFF2-40B4-BE49-F238E27FC236}">
                <a16:creationId xmlns:a16="http://schemas.microsoft.com/office/drawing/2014/main" id="{A5A860E3-3F7D-4551-97BA-AB48A1E2AC9B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7570242" y="1987692"/>
            <a:ext cx="206648" cy="206649"/>
            <a:chOff x="7256750" y="2567266"/>
            <a:chExt cx="160910" cy="160911"/>
          </a:xfrm>
        </p:grpSpPr>
        <p:sp>
          <p:nvSpPr>
            <p:cNvPr id="39" name="Freeform 116">
              <a:extLst>
                <a:ext uri="{FF2B5EF4-FFF2-40B4-BE49-F238E27FC236}">
                  <a16:creationId xmlns:a16="http://schemas.microsoft.com/office/drawing/2014/main" id="{9BB5F598-63CB-15BD-2B41-1ED634B75B5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7256750" y="2567266"/>
              <a:ext cx="160910" cy="160910"/>
            </a:xfrm>
            <a:custGeom>
              <a:gdLst>
                <a:gd name="T0" fmla="*/ 0 w 220"/>
                <a:gd name="T1" fmla="*/ 220 h 220"/>
                <a:gd name="T2" fmla="*/ 220 w 220"/>
                <a:gd name="T3" fmla="*/ 111 h 220"/>
                <a:gd name="T4" fmla="*/ 0 w 220"/>
                <a:gd name="T5" fmla="*/ 0 h 220"/>
                <a:gd name="T6" fmla="*/ 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0" y="220"/>
                  </a:moveTo>
                  <a:lnTo>
                    <a:pt x="220" y="111"/>
                  </a:lnTo>
                  <a:lnTo>
                    <a:pt x="0" y="0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17">
              <a:extLst>
                <a:ext uri="{FF2B5EF4-FFF2-40B4-BE49-F238E27FC236}">
                  <a16:creationId xmlns:a16="http://schemas.microsoft.com/office/drawing/2014/main" id="{7B1BD2B9-01F8-32B1-E495-ED39BCB0B3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7256750" y="2567266"/>
              <a:ext cx="160910" cy="160910"/>
            </a:xfrm>
            <a:custGeom>
              <a:gdLst>
                <a:gd name="T0" fmla="*/ 0 w 220"/>
                <a:gd name="T1" fmla="*/ 220 h 220"/>
                <a:gd name="T2" fmla="*/ 220 w 220"/>
                <a:gd name="T3" fmla="*/ 111 h 220"/>
                <a:gd name="T4" fmla="*/ 0 w 220"/>
                <a:gd name="T5" fmla="*/ 0 h 220"/>
                <a:gd name="T6" fmla="*/ 0 w 220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220">
                  <a:moveTo>
                    <a:pt x="0" y="220"/>
                  </a:moveTo>
                  <a:lnTo>
                    <a:pt x="220" y="111"/>
                  </a:lnTo>
                  <a:lnTo>
                    <a:pt x="0" y="0"/>
                  </a:lnTo>
                  <a:lnTo>
                    <a:pt x="0" y="2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18">
              <a:extLst>
                <a:ext uri="{FF2B5EF4-FFF2-40B4-BE49-F238E27FC236}">
                  <a16:creationId xmlns:a16="http://schemas.microsoft.com/office/drawing/2014/main" id="{C827E50A-8CB9-E2D7-18E3-9BC978901FA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7256750" y="2648453"/>
              <a:ext cx="160910" cy="79724"/>
            </a:xfrm>
            <a:custGeom>
              <a:gdLst>
                <a:gd name="T0" fmla="*/ 220 w 220"/>
                <a:gd name="T1" fmla="*/ 0 h 109"/>
                <a:gd name="T2" fmla="*/ 0 w 220"/>
                <a:gd name="T3" fmla="*/ 0 h 109"/>
                <a:gd name="T4" fmla="*/ 0 w 220"/>
                <a:gd name="T5" fmla="*/ 109 h 109"/>
                <a:gd name="T6" fmla="*/ 220 w 220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9">
                  <a:moveTo>
                    <a:pt x="220" y="0"/>
                  </a:moveTo>
                  <a:lnTo>
                    <a:pt x="0" y="0"/>
                  </a:lnTo>
                  <a:lnTo>
                    <a:pt x="0" y="10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119">
              <a:extLst>
                <a:ext uri="{FF2B5EF4-FFF2-40B4-BE49-F238E27FC236}">
                  <a16:creationId xmlns:a16="http://schemas.microsoft.com/office/drawing/2014/main" id="{5DCBBF26-8877-5852-0B43-693A2B388DF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7256750" y="2648453"/>
              <a:ext cx="160910" cy="79724"/>
            </a:xfrm>
            <a:custGeom>
              <a:gdLst>
                <a:gd name="T0" fmla="*/ 220 w 220"/>
                <a:gd name="T1" fmla="*/ 0 h 109"/>
                <a:gd name="T2" fmla="*/ 0 w 220"/>
                <a:gd name="T3" fmla="*/ 0 h 109"/>
                <a:gd name="T4" fmla="*/ 0 w 220"/>
                <a:gd name="T5" fmla="*/ 109 h 109"/>
                <a:gd name="T6" fmla="*/ 220 w 220"/>
                <a:gd name="T7" fmla="*/ 0 h 10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0" h="109">
                  <a:moveTo>
                    <a:pt x="220" y="0"/>
                  </a:moveTo>
                  <a:lnTo>
                    <a:pt x="0" y="0"/>
                  </a:lnTo>
                  <a:lnTo>
                    <a:pt x="0" y="109"/>
                  </a:lnTo>
                  <a:lnTo>
                    <a:pt x="2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Text5">
            <a:extLst>
              <a:ext uri="{FF2B5EF4-FFF2-40B4-BE49-F238E27FC236}">
                <a16:creationId xmlns:a16="http://schemas.microsoft.com/office/drawing/2014/main" id="{B5BBDF34-C995-B2ED-DB44-E9A68C45E0C7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7436857" y="5181344"/>
            <a:ext cx="204770" cy="206648"/>
            <a:chOff x="7152889" y="5054065"/>
            <a:chExt cx="159448" cy="160910"/>
          </a:xfrm>
        </p:grpSpPr>
        <p:sp>
          <p:nvSpPr>
            <p:cNvPr id="34" name="Freeform 120">
              <a:extLst>
                <a:ext uri="{FF2B5EF4-FFF2-40B4-BE49-F238E27FC236}">
                  <a16:creationId xmlns:a16="http://schemas.microsoft.com/office/drawing/2014/main" id="{BA152232-91B6-F3C2-4802-6040D4FBAA8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auto">
            <a:xfrm>
              <a:off x="7152889" y="5054065"/>
              <a:ext cx="159448" cy="160910"/>
            </a:xfrm>
            <a:custGeom>
              <a:gdLst>
                <a:gd name="T0" fmla="*/ 0 w 218"/>
                <a:gd name="T1" fmla="*/ 220 h 220"/>
                <a:gd name="T2" fmla="*/ 218 w 218"/>
                <a:gd name="T3" fmla="*/ 109 h 220"/>
                <a:gd name="T4" fmla="*/ 0 w 218"/>
                <a:gd name="T5" fmla="*/ 0 h 220"/>
                <a:gd name="T6" fmla="*/ 0 w 218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220">
                  <a:moveTo>
                    <a:pt x="0" y="220"/>
                  </a:moveTo>
                  <a:lnTo>
                    <a:pt x="218" y="109"/>
                  </a:lnTo>
                  <a:lnTo>
                    <a:pt x="0" y="0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21">
              <a:extLst>
                <a:ext uri="{FF2B5EF4-FFF2-40B4-BE49-F238E27FC236}">
                  <a16:creationId xmlns:a16="http://schemas.microsoft.com/office/drawing/2014/main" id="{AD36EEE4-AD1F-BFB3-BA7D-A1243DC91EA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7152889" y="5054065"/>
              <a:ext cx="159448" cy="160910"/>
            </a:xfrm>
            <a:custGeom>
              <a:gdLst>
                <a:gd name="T0" fmla="*/ 0 w 218"/>
                <a:gd name="T1" fmla="*/ 220 h 220"/>
                <a:gd name="T2" fmla="*/ 218 w 218"/>
                <a:gd name="T3" fmla="*/ 109 h 220"/>
                <a:gd name="T4" fmla="*/ 0 w 218"/>
                <a:gd name="T5" fmla="*/ 0 h 220"/>
                <a:gd name="T6" fmla="*/ 0 w 218"/>
                <a:gd name="T7" fmla="*/ 220 h 220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220">
                  <a:moveTo>
                    <a:pt x="0" y="220"/>
                  </a:moveTo>
                  <a:lnTo>
                    <a:pt x="218" y="109"/>
                  </a:lnTo>
                  <a:lnTo>
                    <a:pt x="0" y="0"/>
                  </a:lnTo>
                  <a:lnTo>
                    <a:pt x="0" y="2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22">
              <a:extLst>
                <a:ext uri="{FF2B5EF4-FFF2-40B4-BE49-F238E27FC236}">
                  <a16:creationId xmlns:a16="http://schemas.microsoft.com/office/drawing/2014/main" id="{225A8F45-2008-BB7F-2E87-02AE824204A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auto">
            <a:xfrm>
              <a:off x="7152889" y="5133788"/>
              <a:ext cx="159448" cy="81187"/>
            </a:xfrm>
            <a:custGeom>
              <a:gdLst>
                <a:gd name="T0" fmla="*/ 218 w 218"/>
                <a:gd name="T1" fmla="*/ 0 h 111"/>
                <a:gd name="T2" fmla="*/ 0 w 218"/>
                <a:gd name="T3" fmla="*/ 0 h 111"/>
                <a:gd name="T4" fmla="*/ 0 w 218"/>
                <a:gd name="T5" fmla="*/ 111 h 111"/>
                <a:gd name="T6" fmla="*/ 218 w 218"/>
                <a:gd name="T7" fmla="*/ 0 h 1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110">
                  <a:moveTo>
                    <a:pt x="218" y="0"/>
                  </a:moveTo>
                  <a:lnTo>
                    <a:pt x="0" y="0"/>
                  </a:lnTo>
                  <a:lnTo>
                    <a:pt x="0" y="11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23">
              <a:extLst>
                <a:ext uri="{FF2B5EF4-FFF2-40B4-BE49-F238E27FC236}">
                  <a16:creationId xmlns:a16="http://schemas.microsoft.com/office/drawing/2014/main" id="{F90C1077-B0B6-A723-8878-6BB624D289ED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7152889" y="5133788"/>
              <a:ext cx="159448" cy="81187"/>
            </a:xfrm>
            <a:custGeom>
              <a:gdLst>
                <a:gd name="T0" fmla="*/ 218 w 218"/>
                <a:gd name="T1" fmla="*/ 0 h 111"/>
                <a:gd name="T2" fmla="*/ 0 w 218"/>
                <a:gd name="T3" fmla="*/ 0 h 111"/>
                <a:gd name="T4" fmla="*/ 0 w 218"/>
                <a:gd name="T5" fmla="*/ 111 h 111"/>
                <a:gd name="T6" fmla="*/ 218 w 218"/>
                <a:gd name="T7" fmla="*/ 0 h 11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110">
                  <a:moveTo>
                    <a:pt x="218" y="0"/>
                  </a:moveTo>
                  <a:lnTo>
                    <a:pt x="0" y="0"/>
                  </a:lnTo>
                  <a:lnTo>
                    <a:pt x="0" y="111"/>
                  </a:lnTo>
                  <a:lnTo>
                    <a:pt x="2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03" tIns="60952" rIns="121903" bIns="60952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endParaRPr lang="en-US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6" name="Text6">
            <a:extLst>
              <a:ext uri="{FF2B5EF4-FFF2-40B4-BE49-F238E27FC236}">
                <a16:creationId xmlns:a16="http://schemas.microsoft.com/office/drawing/2014/main" id="{6BF9B4AB-4713-4EC2-556B-A6F7BBC71D43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571389" y="3629602"/>
            <a:ext cx="2456300" cy="1934040"/>
          </a:xfrm>
          <a:custGeom>
            <a:gdLst>
              <a:gd name="T0" fmla="*/ 771 w 1105"/>
              <a:gd name="T1" fmla="*/ 0 h 870"/>
              <a:gd name="T2" fmla="*/ 792 w 1105"/>
              <a:gd name="T3" fmla="*/ 79 h 870"/>
              <a:gd name="T4" fmla="*/ 635 w 1105"/>
              <a:gd name="T5" fmla="*/ 236 h 870"/>
              <a:gd name="T6" fmla="*/ 478 w 1105"/>
              <a:gd name="T7" fmla="*/ 79 h 870"/>
              <a:gd name="T8" fmla="*/ 499 w 1105"/>
              <a:gd name="T9" fmla="*/ 0 h 870"/>
              <a:gd name="T10" fmla="*/ 235 w 1105"/>
              <a:gd name="T11" fmla="*/ 0 h 870"/>
              <a:gd name="T12" fmla="*/ 235 w 1105"/>
              <a:gd name="T13" fmla="*/ 311 h 870"/>
              <a:gd name="T14" fmla="*/ 140 w 1105"/>
              <a:gd name="T15" fmla="*/ 273 h 870"/>
              <a:gd name="T16" fmla="*/ 0 w 1105"/>
              <a:gd name="T17" fmla="*/ 413 h 870"/>
              <a:gd name="T18" fmla="*/ 140 w 1105"/>
              <a:gd name="T19" fmla="*/ 552 h 870"/>
              <a:gd name="T20" fmla="*/ 235 w 1105"/>
              <a:gd name="T21" fmla="*/ 514 h 870"/>
              <a:gd name="T22" fmla="*/ 235 w 1105"/>
              <a:gd name="T23" fmla="*/ 870 h 870"/>
              <a:gd name="T24" fmla="*/ 1105 w 1105"/>
              <a:gd name="T25" fmla="*/ 0 h 870"/>
              <a:gd name="T26" fmla="*/ 771 w 1105"/>
              <a:gd name="T27" fmla="*/ 0 h 870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5" h="870">
                <a:moveTo>
                  <a:pt x="771" y="0"/>
                </a:moveTo>
                <a:cubicBezTo>
                  <a:pt x="785" y="23"/>
                  <a:pt x="792" y="50"/>
                  <a:pt x="792" y="79"/>
                </a:cubicBezTo>
                <a:cubicBezTo>
                  <a:pt x="792" y="165"/>
                  <a:pt x="722" y="236"/>
                  <a:pt x="635" y="236"/>
                </a:cubicBezTo>
                <a:cubicBezTo>
                  <a:pt x="548" y="236"/>
                  <a:pt x="478" y="165"/>
                  <a:pt x="478" y="79"/>
                </a:cubicBezTo>
                <a:cubicBezTo>
                  <a:pt x="478" y="50"/>
                  <a:pt x="485" y="23"/>
                  <a:pt x="499" y="0"/>
                </a:cubicBezTo>
                <a:cubicBezTo>
                  <a:pt x="235" y="0"/>
                  <a:pt x="235" y="0"/>
                  <a:pt x="235" y="0"/>
                </a:cubicBezTo>
                <a:cubicBezTo>
                  <a:pt x="235" y="311"/>
                  <a:pt x="235" y="311"/>
                  <a:pt x="235" y="311"/>
                </a:cubicBezTo>
                <a:cubicBezTo>
                  <a:pt x="210" y="287"/>
                  <a:pt x="177" y="273"/>
                  <a:pt x="140" y="273"/>
                </a:cubicBezTo>
                <a:cubicBezTo>
                  <a:pt x="63" y="273"/>
                  <a:pt x="0" y="335"/>
                  <a:pt x="0" y="413"/>
                </a:cubicBezTo>
                <a:cubicBezTo>
                  <a:pt x="0" y="490"/>
                  <a:pt x="63" y="552"/>
                  <a:pt x="140" y="552"/>
                </a:cubicBezTo>
                <a:cubicBezTo>
                  <a:pt x="177" y="552"/>
                  <a:pt x="210" y="538"/>
                  <a:pt x="235" y="514"/>
                </a:cubicBezTo>
                <a:cubicBezTo>
                  <a:pt x="235" y="870"/>
                  <a:pt x="235" y="870"/>
                  <a:pt x="235" y="870"/>
                </a:cubicBezTo>
                <a:cubicBezTo>
                  <a:pt x="714" y="867"/>
                  <a:pt x="1102" y="479"/>
                  <a:pt x="1105" y="0"/>
                </a:cubicBezTo>
                <a:cubicBezTo>
                  <a:pt x="771" y="0"/>
                  <a:pt x="771" y="0"/>
                  <a:pt x="771" y="0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</a:ln>
        </p:spPr>
        <p:txBody>
          <a:bodyPr vert="horz" wrap="square" lIns="121903" tIns="60952" rIns="121903" bIns="60952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Text7">
            <a:extLst>
              <a:ext uri="{FF2B5EF4-FFF2-40B4-BE49-F238E27FC236}">
                <a16:creationId xmlns:a16="http://schemas.microsoft.com/office/drawing/2014/main" id="{FC6E12D6-3E29-811C-DF8E-75F1E3503345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131427" y="3131767"/>
            <a:ext cx="1922770" cy="2431875"/>
          </a:xfrm>
          <a:custGeom>
            <a:gdLst>
              <a:gd name="T0" fmla="*/ 788 w 865"/>
              <a:gd name="T1" fmla="*/ 479 h 1094"/>
              <a:gd name="T2" fmla="*/ 865 w 865"/>
              <a:gd name="T3" fmla="*/ 500 h 1094"/>
              <a:gd name="T4" fmla="*/ 865 w 865"/>
              <a:gd name="T5" fmla="*/ 224 h 1094"/>
              <a:gd name="T6" fmla="*/ 596 w 865"/>
              <a:gd name="T7" fmla="*/ 224 h 1094"/>
              <a:gd name="T8" fmla="*/ 624 w 865"/>
              <a:gd name="T9" fmla="*/ 140 h 1094"/>
              <a:gd name="T10" fmla="*/ 484 w 865"/>
              <a:gd name="T11" fmla="*/ 0 h 1094"/>
              <a:gd name="T12" fmla="*/ 345 w 865"/>
              <a:gd name="T13" fmla="*/ 140 h 1094"/>
              <a:gd name="T14" fmla="*/ 373 w 865"/>
              <a:gd name="T15" fmla="*/ 224 h 1094"/>
              <a:gd name="T16" fmla="*/ 0 w 865"/>
              <a:gd name="T17" fmla="*/ 224 h 1094"/>
              <a:gd name="T18" fmla="*/ 865 w 865"/>
              <a:gd name="T19" fmla="*/ 1094 h 1094"/>
              <a:gd name="T20" fmla="*/ 865 w 865"/>
              <a:gd name="T21" fmla="*/ 773 h 1094"/>
              <a:gd name="T22" fmla="*/ 788 w 865"/>
              <a:gd name="T23" fmla="*/ 794 h 1094"/>
              <a:gd name="T24" fmla="*/ 630 w 865"/>
              <a:gd name="T25" fmla="*/ 637 h 1094"/>
              <a:gd name="T26" fmla="*/ 788 w 865"/>
              <a:gd name="T27" fmla="*/ 479 h 109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65" h="1094">
                <a:moveTo>
                  <a:pt x="788" y="479"/>
                </a:moveTo>
                <a:cubicBezTo>
                  <a:pt x="816" y="479"/>
                  <a:pt x="842" y="487"/>
                  <a:pt x="865" y="500"/>
                </a:cubicBezTo>
                <a:cubicBezTo>
                  <a:pt x="865" y="224"/>
                  <a:pt x="865" y="224"/>
                  <a:pt x="865" y="224"/>
                </a:cubicBezTo>
                <a:cubicBezTo>
                  <a:pt x="596" y="224"/>
                  <a:pt x="596" y="224"/>
                  <a:pt x="596" y="224"/>
                </a:cubicBezTo>
                <a:cubicBezTo>
                  <a:pt x="613" y="201"/>
                  <a:pt x="624" y="172"/>
                  <a:pt x="624" y="140"/>
                </a:cubicBezTo>
                <a:cubicBezTo>
                  <a:pt x="624" y="63"/>
                  <a:pt x="561" y="0"/>
                  <a:pt x="484" y="0"/>
                </a:cubicBezTo>
                <a:cubicBezTo>
                  <a:pt x="407" y="0"/>
                  <a:pt x="345" y="63"/>
                  <a:pt x="345" y="140"/>
                </a:cubicBezTo>
                <a:cubicBezTo>
                  <a:pt x="345" y="172"/>
                  <a:pt x="355" y="201"/>
                  <a:pt x="373" y="224"/>
                </a:cubicBezTo>
                <a:cubicBezTo>
                  <a:pt x="0" y="224"/>
                  <a:pt x="0" y="224"/>
                  <a:pt x="0" y="224"/>
                </a:cubicBezTo>
                <a:cubicBezTo>
                  <a:pt x="3" y="702"/>
                  <a:pt x="388" y="1088"/>
                  <a:pt x="865" y="1094"/>
                </a:cubicBezTo>
                <a:cubicBezTo>
                  <a:pt x="865" y="773"/>
                  <a:pt x="865" y="773"/>
                  <a:pt x="865" y="773"/>
                </a:cubicBezTo>
                <a:cubicBezTo>
                  <a:pt x="842" y="786"/>
                  <a:pt x="816" y="794"/>
                  <a:pt x="788" y="794"/>
                </a:cubicBezTo>
                <a:cubicBezTo>
                  <a:pt x="701" y="794"/>
                  <a:pt x="630" y="723"/>
                  <a:pt x="630" y="637"/>
                </a:cubicBezTo>
                <a:cubicBezTo>
                  <a:pt x="630" y="550"/>
                  <a:pt x="701" y="479"/>
                  <a:pt x="788" y="479"/>
                </a:cubicBezTo>
              </a:path>
            </a:pathLst>
          </a:custGeom>
          <a:solidFill>
            <a:schemeClr val="accent4"/>
          </a:solidFill>
          <a:ln w="9525">
            <a:noFill/>
            <a:round/>
          </a:ln>
        </p:spPr>
        <p:txBody>
          <a:bodyPr vert="horz" wrap="square" lIns="121903" tIns="60952" rIns="121903" bIns="60952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Text8">
            <a:extLst>
              <a:ext uri="{FF2B5EF4-FFF2-40B4-BE49-F238E27FC236}">
                <a16:creationId xmlns:a16="http://schemas.microsoft.com/office/drawing/2014/main" id="{7091D2C4-70EF-5ED0-28FE-BC54400B822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094583" y="1667382"/>
            <a:ext cx="1933101" cy="2446904"/>
          </a:xfrm>
          <a:custGeom>
            <a:gdLst>
              <a:gd name="T0" fmla="*/ 870 w 870"/>
              <a:gd name="T1" fmla="*/ 865 h 1101"/>
              <a:gd name="T2" fmla="*/ 0 w 870"/>
              <a:gd name="T3" fmla="*/ 0 h 1101"/>
              <a:gd name="T4" fmla="*/ 0 w 870"/>
              <a:gd name="T5" fmla="*/ 333 h 1101"/>
              <a:gd name="T6" fmla="*/ 79 w 870"/>
              <a:gd name="T7" fmla="*/ 312 h 1101"/>
              <a:gd name="T8" fmla="*/ 236 w 870"/>
              <a:gd name="T9" fmla="*/ 469 h 1101"/>
              <a:gd name="T10" fmla="*/ 79 w 870"/>
              <a:gd name="T11" fmla="*/ 627 h 1101"/>
              <a:gd name="T12" fmla="*/ 0 w 870"/>
              <a:gd name="T13" fmla="*/ 606 h 1101"/>
              <a:gd name="T14" fmla="*/ 0 w 870"/>
              <a:gd name="T15" fmla="*/ 865 h 1101"/>
              <a:gd name="T16" fmla="*/ 299 w 870"/>
              <a:gd name="T17" fmla="*/ 865 h 1101"/>
              <a:gd name="T18" fmla="*/ 260 w 870"/>
              <a:gd name="T19" fmla="*/ 962 h 1101"/>
              <a:gd name="T20" fmla="*/ 400 w 870"/>
              <a:gd name="T21" fmla="*/ 1101 h 1101"/>
              <a:gd name="T22" fmla="*/ 540 w 870"/>
              <a:gd name="T23" fmla="*/ 962 h 1101"/>
              <a:gd name="T24" fmla="*/ 501 w 870"/>
              <a:gd name="T25" fmla="*/ 865 h 1101"/>
              <a:gd name="T26" fmla="*/ 870 w 870"/>
              <a:gd name="T27" fmla="*/ 865 h 11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70" h="1101">
                <a:moveTo>
                  <a:pt x="870" y="865"/>
                </a:moveTo>
                <a:cubicBezTo>
                  <a:pt x="864" y="388"/>
                  <a:pt x="478" y="3"/>
                  <a:pt x="0" y="0"/>
                </a:cubicBezTo>
                <a:cubicBezTo>
                  <a:pt x="0" y="333"/>
                  <a:pt x="0" y="333"/>
                  <a:pt x="0" y="333"/>
                </a:cubicBezTo>
                <a:cubicBezTo>
                  <a:pt x="23" y="320"/>
                  <a:pt x="50" y="312"/>
                  <a:pt x="79" y="312"/>
                </a:cubicBezTo>
                <a:cubicBezTo>
                  <a:pt x="165" y="312"/>
                  <a:pt x="236" y="383"/>
                  <a:pt x="236" y="469"/>
                </a:cubicBezTo>
                <a:cubicBezTo>
                  <a:pt x="236" y="556"/>
                  <a:pt x="165" y="627"/>
                  <a:pt x="79" y="627"/>
                </a:cubicBezTo>
                <a:cubicBezTo>
                  <a:pt x="50" y="627"/>
                  <a:pt x="23" y="619"/>
                  <a:pt x="0" y="606"/>
                </a:cubicBezTo>
                <a:cubicBezTo>
                  <a:pt x="0" y="865"/>
                  <a:pt x="0" y="865"/>
                  <a:pt x="0" y="865"/>
                </a:cubicBezTo>
                <a:cubicBezTo>
                  <a:pt x="299" y="865"/>
                  <a:pt x="299" y="865"/>
                  <a:pt x="299" y="865"/>
                </a:cubicBezTo>
                <a:cubicBezTo>
                  <a:pt x="275" y="890"/>
                  <a:pt x="260" y="924"/>
                  <a:pt x="260" y="962"/>
                </a:cubicBezTo>
                <a:cubicBezTo>
                  <a:pt x="260" y="1039"/>
                  <a:pt x="323" y="1101"/>
                  <a:pt x="400" y="1101"/>
                </a:cubicBezTo>
                <a:cubicBezTo>
                  <a:pt x="477" y="1101"/>
                  <a:pt x="540" y="1039"/>
                  <a:pt x="540" y="962"/>
                </a:cubicBezTo>
                <a:cubicBezTo>
                  <a:pt x="540" y="924"/>
                  <a:pt x="525" y="890"/>
                  <a:pt x="501" y="865"/>
                </a:cubicBezTo>
                <a:cubicBezTo>
                  <a:pt x="870" y="865"/>
                  <a:pt x="870" y="865"/>
                  <a:pt x="870" y="865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vert="horz" wrap="square" lIns="121903" tIns="60952" rIns="121903" bIns="60952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9">
            <a:extLst>
              <a:ext uri="{FF2B5EF4-FFF2-40B4-BE49-F238E27FC236}">
                <a16:creationId xmlns:a16="http://schemas.microsoft.com/office/drawing/2014/main" id="{BE2CCE30-B7C1-5EBB-849E-C5FC36177FA0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4131423" y="1667386"/>
            <a:ext cx="2446905" cy="1922769"/>
          </a:xfrm>
          <a:custGeom>
            <a:gdLst>
              <a:gd name="T0" fmla="*/ 962 w 1101"/>
              <a:gd name="T1" fmla="*/ 330 h 865"/>
              <a:gd name="T2" fmla="*/ 865 w 1101"/>
              <a:gd name="T3" fmla="*/ 369 h 865"/>
              <a:gd name="T4" fmla="*/ 865 w 1101"/>
              <a:gd name="T5" fmla="*/ 0 h 865"/>
              <a:gd name="T6" fmla="*/ 0 w 1101"/>
              <a:gd name="T7" fmla="*/ 865 h 865"/>
              <a:gd name="T8" fmla="*/ 342 w 1101"/>
              <a:gd name="T9" fmla="*/ 865 h 865"/>
              <a:gd name="T10" fmla="*/ 327 w 1101"/>
              <a:gd name="T11" fmla="*/ 799 h 865"/>
              <a:gd name="T12" fmla="*/ 484 w 1101"/>
              <a:gd name="T13" fmla="*/ 642 h 865"/>
              <a:gd name="T14" fmla="*/ 642 w 1101"/>
              <a:gd name="T15" fmla="*/ 799 h 865"/>
              <a:gd name="T16" fmla="*/ 627 w 1101"/>
              <a:gd name="T17" fmla="*/ 865 h 865"/>
              <a:gd name="T18" fmla="*/ 865 w 1101"/>
              <a:gd name="T19" fmla="*/ 865 h 865"/>
              <a:gd name="T20" fmla="*/ 865 w 1101"/>
              <a:gd name="T21" fmla="*/ 570 h 865"/>
              <a:gd name="T22" fmla="*/ 962 w 1101"/>
              <a:gd name="T23" fmla="*/ 609 h 865"/>
              <a:gd name="T24" fmla="*/ 1101 w 1101"/>
              <a:gd name="T25" fmla="*/ 469 h 865"/>
              <a:gd name="T26" fmla="*/ 962 w 1101"/>
              <a:gd name="T27" fmla="*/ 330 h 86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01" h="865">
                <a:moveTo>
                  <a:pt x="962" y="330"/>
                </a:moveTo>
                <a:cubicBezTo>
                  <a:pt x="924" y="330"/>
                  <a:pt x="890" y="345"/>
                  <a:pt x="865" y="369"/>
                </a:cubicBezTo>
                <a:cubicBezTo>
                  <a:pt x="865" y="0"/>
                  <a:pt x="865" y="0"/>
                  <a:pt x="865" y="0"/>
                </a:cubicBezTo>
                <a:cubicBezTo>
                  <a:pt x="390" y="6"/>
                  <a:pt x="6" y="390"/>
                  <a:pt x="0" y="865"/>
                </a:cubicBezTo>
                <a:cubicBezTo>
                  <a:pt x="342" y="865"/>
                  <a:pt x="342" y="865"/>
                  <a:pt x="342" y="865"/>
                </a:cubicBezTo>
                <a:cubicBezTo>
                  <a:pt x="332" y="845"/>
                  <a:pt x="327" y="823"/>
                  <a:pt x="327" y="799"/>
                </a:cubicBezTo>
                <a:cubicBezTo>
                  <a:pt x="327" y="712"/>
                  <a:pt x="398" y="642"/>
                  <a:pt x="484" y="642"/>
                </a:cubicBezTo>
                <a:cubicBezTo>
                  <a:pt x="571" y="642"/>
                  <a:pt x="642" y="712"/>
                  <a:pt x="642" y="799"/>
                </a:cubicBezTo>
                <a:cubicBezTo>
                  <a:pt x="642" y="823"/>
                  <a:pt x="636" y="845"/>
                  <a:pt x="627" y="865"/>
                </a:cubicBezTo>
                <a:cubicBezTo>
                  <a:pt x="865" y="865"/>
                  <a:pt x="865" y="865"/>
                  <a:pt x="865" y="865"/>
                </a:cubicBezTo>
                <a:cubicBezTo>
                  <a:pt x="865" y="570"/>
                  <a:pt x="865" y="570"/>
                  <a:pt x="865" y="570"/>
                </a:cubicBezTo>
                <a:cubicBezTo>
                  <a:pt x="890" y="594"/>
                  <a:pt x="924" y="609"/>
                  <a:pt x="962" y="609"/>
                </a:cubicBezTo>
                <a:cubicBezTo>
                  <a:pt x="1039" y="609"/>
                  <a:pt x="1101" y="547"/>
                  <a:pt x="1101" y="469"/>
                </a:cubicBezTo>
                <a:cubicBezTo>
                  <a:pt x="1101" y="392"/>
                  <a:pt x="1039" y="330"/>
                  <a:pt x="962" y="330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121903" tIns="60952" rIns="121903" bIns="60952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endParaRPr 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Text10">
            <a:extLst>
              <a:ext uri="{FF2B5EF4-FFF2-40B4-BE49-F238E27FC236}">
                <a16:creationId xmlns:a16="http://schemas.microsoft.com/office/drawing/2014/main" id="{1614CD25-1695-81A8-ECA5-4CBC2FEA7FF6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8554418" y="1562100"/>
            <a:ext cx="966437" cy="9664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799" b="1">
              <a:cs typeface="+mn-ea"/>
              <a:sym typeface="+mn-lt"/>
            </a:endParaRPr>
          </a:p>
        </p:txBody>
      </p:sp>
      <p:sp>
        <p:nvSpPr>
          <p:cNvPr id="11" name="Text11">
            <a:extLst>
              <a:ext uri="{FF2B5EF4-FFF2-40B4-BE49-F238E27FC236}">
                <a16:creationId xmlns:a16="http://schemas.microsoft.com/office/drawing/2014/main" id="{CE4BA0FD-389A-FCEF-5444-B02AA245E97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8554418" y="4088509"/>
            <a:ext cx="966437" cy="9664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799" b="1">
              <a:cs typeface="+mn-ea"/>
              <a:sym typeface="+mn-lt"/>
            </a:endParaRPr>
          </a:p>
        </p:txBody>
      </p:sp>
      <p:sp>
        <p:nvSpPr>
          <p:cNvPr id="12" name="Text12">
            <a:extLst>
              <a:ext uri="{FF2B5EF4-FFF2-40B4-BE49-F238E27FC236}">
                <a16:creationId xmlns:a16="http://schemas.microsoft.com/office/drawing/2014/main" id="{70B56774-F184-10C9-2206-7DA510C14F4D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 flipH="1">
            <a:off x="2646259" y="1562100"/>
            <a:ext cx="966437" cy="9664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799" b="1">
              <a:cs typeface="+mn-ea"/>
              <a:sym typeface="+mn-lt"/>
            </a:endParaRPr>
          </a:p>
        </p:txBody>
      </p:sp>
      <p:sp>
        <p:nvSpPr>
          <p:cNvPr id="13" name="Text13">
            <a:extLst>
              <a:ext uri="{FF2B5EF4-FFF2-40B4-BE49-F238E27FC236}">
                <a16:creationId xmlns:a16="http://schemas.microsoft.com/office/drawing/2014/main" id="{E99B53C8-1D21-A278-2E43-074E524144A0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 flipH="1">
            <a:off x="2608591" y="4088509"/>
            <a:ext cx="966437" cy="966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799" b="1">
              <a:cs typeface="+mn-ea"/>
              <a:sym typeface="+mn-lt"/>
            </a:endParaRPr>
          </a:p>
        </p:txBody>
      </p:sp>
      <p:sp>
        <p:nvSpPr>
          <p:cNvPr id="52" name="Text14">
            <a:extLst>
              <a:ext uri="{FF2B5EF4-FFF2-40B4-BE49-F238E27FC236}">
                <a16:creationId xmlns:a16="http://schemas.microsoft.com/office/drawing/2014/main" id="{201EE421-98E9-152C-DD00-5A95EFE7748D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419100" y="3073853"/>
            <a:ext cx="3259117" cy="939175"/>
          </a:xfrm>
          <a:prstGeom prst="rect">
            <a:avLst/>
          </a:prstGeom>
          <a:noFill/>
        </p:spPr>
        <p:txBody>
          <a:bodyPr wrap="square" rtlCol="0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商业汇报PPT通常用于展示项目进展、市场分析和财务数据。其特点是内容严谨、数据驱动，设计简洁专业。</a:t>
            </a:r>
          </a:p>
        </p:txBody>
      </p:sp>
      <p:sp>
        <p:nvSpPr>
          <p:cNvPr id="53" name="Text15">
            <a:extLst>
              <a:ext uri="{FF2B5EF4-FFF2-40B4-BE49-F238E27FC236}">
                <a16:creationId xmlns:a16="http://schemas.microsoft.com/office/drawing/2014/main" id="{3182DE94-CE92-9360-1DE8-5F57B6271838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419100" y="2659950"/>
            <a:ext cx="3259117" cy="298370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商业汇报特点</a:t>
            </a:r>
          </a:p>
        </p:txBody>
      </p:sp>
      <p:sp>
        <p:nvSpPr>
          <p:cNvPr id="55" name="Text16">
            <a:extLst>
              <a:ext uri="{FF2B5EF4-FFF2-40B4-BE49-F238E27FC236}">
                <a16:creationId xmlns:a16="http://schemas.microsoft.com/office/drawing/2014/main" id="{E5A75395-AFD2-834B-C609-F6CE81156FF4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419100" y="5593838"/>
            <a:ext cx="3259117" cy="1051374"/>
          </a:xfrm>
          <a:prstGeom prst="rect">
            <a:avLst/>
          </a:prstGeom>
          <a:noFill/>
        </p:spPr>
        <p:txBody>
          <a:bodyPr wrap="square" rtlCol="0">
            <a:normAutofit fontScale="95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商业汇报PPT的设计应注重可读性和专业性。使用统一的配色和字体，避免过多的装饰元素，确保数据图表的清晰展示。</a:t>
            </a:r>
          </a:p>
        </p:txBody>
      </p:sp>
      <p:sp>
        <p:nvSpPr>
          <p:cNvPr id="56" name="Text17">
            <a:extLst>
              <a:ext uri="{FF2B5EF4-FFF2-40B4-BE49-F238E27FC236}">
                <a16:creationId xmlns:a16="http://schemas.microsoft.com/office/drawing/2014/main" id="{EA574CC4-546B-C6C8-0CC1-EBAA72E66ECE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419100" y="5179935"/>
            <a:ext cx="3259117" cy="298370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设计要点</a:t>
            </a:r>
          </a:p>
        </p:txBody>
      </p:sp>
      <p:sp>
        <p:nvSpPr>
          <p:cNvPr id="57" name="Text18">
            <a:extLst>
              <a:ext uri="{FF2B5EF4-FFF2-40B4-BE49-F238E27FC236}">
                <a16:creationId xmlns:a16="http://schemas.microsoft.com/office/drawing/2014/main" id="{15F9FE9A-A6EE-F307-36E6-EC8BD978EA3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473096" y="3073853"/>
            <a:ext cx="3368384" cy="939175"/>
          </a:xfrm>
          <a:prstGeom prst="rect">
            <a:avLst/>
          </a:prstGeom>
          <a:noFill/>
        </p:spPr>
        <p:txBody>
          <a:bodyPr wrap="square" rtlCol="0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商业汇报PPT的内容结构包括执行摘要、问题陈述、数据分析、解决方案和行动计划。每部分应逻辑清晰，重点突出。</a:t>
            </a:r>
          </a:p>
        </p:txBody>
      </p:sp>
      <p:sp>
        <p:nvSpPr>
          <p:cNvPr id="58" name="Text19">
            <a:extLst>
              <a:ext uri="{FF2B5EF4-FFF2-40B4-BE49-F238E27FC236}">
                <a16:creationId xmlns:a16="http://schemas.microsoft.com/office/drawing/2014/main" id="{D2B19E10-4AF7-B5DF-EC4A-5AD4CEE01CF6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8473095" y="2659950"/>
            <a:ext cx="3368383" cy="298370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内容结构</a:t>
            </a:r>
          </a:p>
        </p:txBody>
      </p:sp>
      <p:sp>
        <p:nvSpPr>
          <p:cNvPr id="102" name="Text20">
            <a:extLst>
              <a:ext uri="{FF2B5EF4-FFF2-40B4-BE49-F238E27FC236}">
                <a16:creationId xmlns:a16="http://schemas.microsoft.com/office/drawing/2014/main" id="{FB50CF63-9934-A676-4BA6-FA80257A120E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8473096" y="5593838"/>
            <a:ext cx="3368384" cy="10513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4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通过实际案例演示商业汇报PPT的制作技巧。案例可以包括季度报告、项目提案和战略规划等。</a:t>
            </a:r>
          </a:p>
        </p:txBody>
      </p:sp>
      <p:sp>
        <p:nvSpPr>
          <p:cNvPr id="104" name="Text21">
            <a:extLst>
              <a:ext uri="{FF2B5EF4-FFF2-40B4-BE49-F238E27FC236}">
                <a16:creationId xmlns:a16="http://schemas.microsoft.com/office/drawing/2014/main" id="{2FC29BE7-B9D3-1ABB-0701-DBF12FF62533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8473096" y="5179935"/>
            <a:ext cx="3299804" cy="298370"/>
          </a:xfrm>
          <a:prstGeom prst="rect">
            <a:avLst/>
          </a:prstGeom>
          <a:noFill/>
        </p:spPr>
        <p:txBody>
          <a:bodyPr wrap="square" rtlCol="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商业汇报案例</a:t>
            </a:r>
          </a:p>
        </p:txBody>
      </p:sp>
      <p:grpSp>
        <p:nvGrpSpPr>
          <p:cNvPr id="105" name="Shape1">
            <a:extLst>
              <a:ext uri="{FF2B5EF4-FFF2-40B4-BE49-F238E27FC236}">
                <a16:creationId xmlns:a16="http://schemas.microsoft.com/office/drawing/2014/main" id="{CF8E3438-6AAF-31DC-9C67-0316B0B4B79E}"/>
              </a:ext>
            </a:extLst>
          </p:cNvPr>
          <p:cNvGrpSpPr/>
          <p:nvPr>
            <p:custDataLst>
              <p:tags r:id="rId40"/>
            </p:custDataLst>
          </p:nvPr>
        </p:nvGrpSpPr>
        <p:grpSpPr>
          <a:xfrm>
            <a:off x="4831256" y="4007712"/>
            <a:ext cx="466322" cy="466322"/>
            <a:chOff x="1928427" y="-1529876"/>
            <a:chExt cx="1960563" cy="1960563"/>
          </a:xfrm>
          <a:solidFill>
            <a:schemeClr val="bg1"/>
          </a:solidFill>
        </p:grpSpPr>
        <p:sp>
          <p:nvSpPr>
            <p:cNvPr id="106" name="Freeform 19">
              <a:extLst>
                <a:ext uri="{FF2B5EF4-FFF2-40B4-BE49-F238E27FC236}">
                  <a16:creationId xmlns:a16="http://schemas.microsoft.com/office/drawing/2014/main" id="{C9C7C026-BB4B-C22B-18A5-89EAD2283578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3200014" y="-256700"/>
              <a:ext cx="265113" cy="260350"/>
            </a:xfrm>
            <a:custGeom>
              <a:gdLst>
                <a:gd name="T0" fmla="*/ 78 w 156"/>
                <a:gd name="T1" fmla="*/ 0 h 154"/>
                <a:gd name="T2" fmla="*/ 0 w 156"/>
                <a:gd name="T3" fmla="*/ 77 h 154"/>
                <a:gd name="T4" fmla="*/ 78 w 156"/>
                <a:gd name="T5" fmla="*/ 154 h 154"/>
                <a:gd name="T6" fmla="*/ 156 w 156"/>
                <a:gd name="T7" fmla="*/ 77 h 154"/>
                <a:gd name="T8" fmla="*/ 78 w 156"/>
                <a:gd name="T9" fmla="*/ 0 h 154"/>
                <a:gd name="T10" fmla="*/ 78 w 156"/>
                <a:gd name="T11" fmla="*/ 116 h 154"/>
                <a:gd name="T12" fmla="*/ 39 w 156"/>
                <a:gd name="T13" fmla="*/ 77 h 154"/>
                <a:gd name="T14" fmla="*/ 78 w 156"/>
                <a:gd name="T15" fmla="*/ 39 h 154"/>
                <a:gd name="T16" fmla="*/ 117 w 156"/>
                <a:gd name="T17" fmla="*/ 77 h 154"/>
                <a:gd name="T18" fmla="*/ 78 w 156"/>
                <a:gd name="T19" fmla="*/ 116 h 15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6" y="120"/>
                    <a:pt x="156" y="77"/>
                  </a:cubicBezTo>
                  <a:cubicBezTo>
                    <a:pt x="156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0">
              <a:extLst>
                <a:ext uri="{FF2B5EF4-FFF2-40B4-BE49-F238E27FC236}">
                  <a16:creationId xmlns:a16="http://schemas.microsoft.com/office/drawing/2014/main" id="{896351B5-7E69-1CA4-1896-A6DD8C2D19F2}"/>
                </a:ext>
              </a:extLst>
            </p:cNvPr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2350702" y="-256700"/>
              <a:ext cx="263525" cy="260350"/>
            </a:xfrm>
            <a:custGeom>
              <a:gdLst>
                <a:gd name="T0" fmla="*/ 78 w 155"/>
                <a:gd name="T1" fmla="*/ 0 h 154"/>
                <a:gd name="T2" fmla="*/ 0 w 155"/>
                <a:gd name="T3" fmla="*/ 77 h 154"/>
                <a:gd name="T4" fmla="*/ 78 w 155"/>
                <a:gd name="T5" fmla="*/ 154 h 154"/>
                <a:gd name="T6" fmla="*/ 155 w 155"/>
                <a:gd name="T7" fmla="*/ 77 h 154"/>
                <a:gd name="T8" fmla="*/ 78 w 155"/>
                <a:gd name="T9" fmla="*/ 0 h 154"/>
                <a:gd name="T10" fmla="*/ 78 w 155"/>
                <a:gd name="T11" fmla="*/ 116 h 154"/>
                <a:gd name="T12" fmla="*/ 39 w 155"/>
                <a:gd name="T13" fmla="*/ 77 h 154"/>
                <a:gd name="T14" fmla="*/ 78 w 155"/>
                <a:gd name="T15" fmla="*/ 39 h 154"/>
                <a:gd name="T16" fmla="*/ 117 w 155"/>
                <a:gd name="T17" fmla="*/ 77 h 154"/>
                <a:gd name="T18" fmla="*/ 78 w 155"/>
                <a:gd name="T19" fmla="*/ 116 h 15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5" h="154">
                  <a:moveTo>
                    <a:pt x="78" y="0"/>
                  </a:moveTo>
                  <a:cubicBezTo>
                    <a:pt x="35" y="0"/>
                    <a:pt x="0" y="35"/>
                    <a:pt x="0" y="77"/>
                  </a:cubicBezTo>
                  <a:cubicBezTo>
                    <a:pt x="0" y="120"/>
                    <a:pt x="35" y="154"/>
                    <a:pt x="78" y="154"/>
                  </a:cubicBezTo>
                  <a:cubicBezTo>
                    <a:pt x="121" y="154"/>
                    <a:pt x="155" y="120"/>
                    <a:pt x="155" y="77"/>
                  </a:cubicBezTo>
                  <a:cubicBezTo>
                    <a:pt x="155" y="35"/>
                    <a:pt x="121" y="0"/>
                    <a:pt x="78" y="0"/>
                  </a:cubicBezTo>
                  <a:close/>
                  <a:moveTo>
                    <a:pt x="78" y="116"/>
                  </a:moveTo>
                  <a:cubicBezTo>
                    <a:pt x="56" y="116"/>
                    <a:pt x="39" y="98"/>
                    <a:pt x="39" y="77"/>
                  </a:cubicBezTo>
                  <a:cubicBezTo>
                    <a:pt x="39" y="56"/>
                    <a:pt x="56" y="39"/>
                    <a:pt x="78" y="39"/>
                  </a:cubicBezTo>
                  <a:cubicBezTo>
                    <a:pt x="99" y="39"/>
                    <a:pt x="117" y="56"/>
                    <a:pt x="117" y="77"/>
                  </a:cubicBezTo>
                  <a:cubicBezTo>
                    <a:pt x="117" y="98"/>
                    <a:pt x="99" y="116"/>
                    <a:pt x="78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1">
              <a:extLst>
                <a:ext uri="{FF2B5EF4-FFF2-40B4-BE49-F238E27FC236}">
                  <a16:creationId xmlns:a16="http://schemas.microsoft.com/office/drawing/2014/main" id="{1BD79C54-B4A8-3164-D382-D1D633E54DA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 bwMode="auto">
            <a:xfrm>
              <a:off x="2711064" y="-288450"/>
              <a:ext cx="393700" cy="65088"/>
            </a:xfrm>
            <a:custGeom>
              <a:gdLst>
                <a:gd name="T0" fmla="*/ 213 w 232"/>
                <a:gd name="T1" fmla="*/ 0 h 38"/>
                <a:gd name="T2" fmla="*/ 20 w 232"/>
                <a:gd name="T3" fmla="*/ 0 h 38"/>
                <a:gd name="T4" fmla="*/ 0 w 232"/>
                <a:gd name="T5" fmla="*/ 19 h 38"/>
                <a:gd name="T6" fmla="*/ 20 w 232"/>
                <a:gd name="T7" fmla="*/ 38 h 38"/>
                <a:gd name="T8" fmla="*/ 213 w 232"/>
                <a:gd name="T9" fmla="*/ 38 h 38"/>
                <a:gd name="T10" fmla="*/ 232 w 232"/>
                <a:gd name="T11" fmla="*/ 19 h 38"/>
                <a:gd name="T12" fmla="*/ 213 w 232"/>
                <a:gd name="T13" fmla="*/ 0 h 3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1" h="38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23" y="38"/>
                    <a:pt x="232" y="30"/>
                    <a:pt x="232" y="19"/>
                  </a:cubicBezTo>
                  <a:cubicBezTo>
                    <a:pt x="232" y="8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2">
              <a:extLst>
                <a:ext uri="{FF2B5EF4-FFF2-40B4-BE49-F238E27FC236}">
                  <a16:creationId xmlns:a16="http://schemas.microsoft.com/office/drawing/2014/main" id="{96091F2E-D78E-BB56-CC2F-CC6828F563AE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auto">
            <a:xfrm>
              <a:off x="2711064" y="-158275"/>
              <a:ext cx="393700" cy="66675"/>
            </a:xfrm>
            <a:custGeom>
              <a:gdLst>
                <a:gd name="T0" fmla="*/ 213 w 232"/>
                <a:gd name="T1" fmla="*/ 0 h 39"/>
                <a:gd name="T2" fmla="*/ 20 w 232"/>
                <a:gd name="T3" fmla="*/ 0 h 39"/>
                <a:gd name="T4" fmla="*/ 0 w 232"/>
                <a:gd name="T5" fmla="*/ 19 h 39"/>
                <a:gd name="T6" fmla="*/ 20 w 232"/>
                <a:gd name="T7" fmla="*/ 39 h 39"/>
                <a:gd name="T8" fmla="*/ 213 w 232"/>
                <a:gd name="T9" fmla="*/ 39 h 39"/>
                <a:gd name="T10" fmla="*/ 232 w 232"/>
                <a:gd name="T11" fmla="*/ 19 h 39"/>
                <a:gd name="T12" fmla="*/ 213 w 232"/>
                <a:gd name="T13" fmla="*/ 0 h 3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1" h="39">
                  <a:moveTo>
                    <a:pt x="213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23" y="39"/>
                    <a:pt x="232" y="30"/>
                    <a:pt x="232" y="19"/>
                  </a:cubicBezTo>
                  <a:cubicBezTo>
                    <a:pt x="232" y="9"/>
                    <a:pt x="223" y="0"/>
                    <a:pt x="2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3">
              <a:extLst>
                <a:ext uri="{FF2B5EF4-FFF2-40B4-BE49-F238E27FC236}">
                  <a16:creationId xmlns:a16="http://schemas.microsoft.com/office/drawing/2014/main" id="{B32F9454-145B-5889-A8A6-A28177A5DA5E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2418964" y="-842488"/>
              <a:ext cx="260350" cy="260350"/>
            </a:xfrm>
            <a:custGeom>
              <a:gdLst>
                <a:gd name="T0" fmla="*/ 135 w 154"/>
                <a:gd name="T1" fmla="*/ 0 h 154"/>
                <a:gd name="T2" fmla="*/ 0 w 154"/>
                <a:gd name="T3" fmla="*/ 135 h 154"/>
                <a:gd name="T4" fmla="*/ 19 w 154"/>
                <a:gd name="T5" fmla="*/ 154 h 154"/>
                <a:gd name="T6" fmla="*/ 38 w 154"/>
                <a:gd name="T7" fmla="*/ 135 h 154"/>
                <a:gd name="T8" fmla="*/ 135 w 154"/>
                <a:gd name="T9" fmla="*/ 38 h 154"/>
                <a:gd name="T10" fmla="*/ 154 w 154"/>
                <a:gd name="T11" fmla="*/ 19 h 154"/>
                <a:gd name="T12" fmla="*/ 135 w 154"/>
                <a:gd name="T13" fmla="*/ 0 h 15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" h="154">
                  <a:moveTo>
                    <a:pt x="135" y="0"/>
                  </a:moveTo>
                  <a:cubicBezTo>
                    <a:pt x="60" y="0"/>
                    <a:pt x="0" y="60"/>
                    <a:pt x="0" y="135"/>
                  </a:cubicBezTo>
                  <a:cubicBezTo>
                    <a:pt x="0" y="145"/>
                    <a:pt x="8" y="154"/>
                    <a:pt x="19" y="154"/>
                  </a:cubicBezTo>
                  <a:cubicBezTo>
                    <a:pt x="30" y="154"/>
                    <a:pt x="38" y="145"/>
                    <a:pt x="38" y="135"/>
                  </a:cubicBezTo>
                  <a:cubicBezTo>
                    <a:pt x="38" y="81"/>
                    <a:pt x="82" y="38"/>
                    <a:pt x="135" y="38"/>
                  </a:cubicBezTo>
                  <a:cubicBezTo>
                    <a:pt x="145" y="38"/>
                    <a:pt x="154" y="30"/>
                    <a:pt x="154" y="19"/>
                  </a:cubicBezTo>
                  <a:cubicBezTo>
                    <a:pt x="154" y="8"/>
                    <a:pt x="145" y="0"/>
                    <a:pt x="13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4">
              <a:extLst>
                <a:ext uri="{FF2B5EF4-FFF2-40B4-BE49-F238E27FC236}">
                  <a16:creationId xmlns:a16="http://schemas.microsoft.com/office/drawing/2014/main" id="{E2229ABD-6D78-2334-384B-7FFEF5C3F91B}"/>
                </a:ext>
              </a:extLst>
            </p:cNvPr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1928427" y="-1529876"/>
              <a:ext cx="1960563" cy="1960563"/>
            </a:xfrm>
            <a:custGeom>
              <a:gdLst>
                <a:gd name="T0" fmla="*/ 1081 w 1159"/>
                <a:gd name="T1" fmla="*/ 316 h 1159"/>
                <a:gd name="T2" fmla="*/ 1081 w 1159"/>
                <a:gd name="T3" fmla="*/ 154 h 1159"/>
                <a:gd name="T4" fmla="*/ 927 w 1159"/>
                <a:gd name="T5" fmla="*/ 0 h 1159"/>
                <a:gd name="T6" fmla="*/ 232 w 1159"/>
                <a:gd name="T7" fmla="*/ 0 h 1159"/>
                <a:gd name="T8" fmla="*/ 77 w 1159"/>
                <a:gd name="T9" fmla="*/ 154 h 1159"/>
                <a:gd name="T10" fmla="*/ 77 w 1159"/>
                <a:gd name="T11" fmla="*/ 316 h 1159"/>
                <a:gd name="T12" fmla="*/ 0 w 1159"/>
                <a:gd name="T13" fmla="*/ 425 h 1159"/>
                <a:gd name="T14" fmla="*/ 0 w 1159"/>
                <a:gd name="T15" fmla="*/ 618 h 1159"/>
                <a:gd name="T16" fmla="*/ 77 w 1159"/>
                <a:gd name="T17" fmla="*/ 727 h 1159"/>
                <a:gd name="T18" fmla="*/ 77 w 1159"/>
                <a:gd name="T19" fmla="*/ 978 h 1159"/>
                <a:gd name="T20" fmla="*/ 251 w 1159"/>
                <a:gd name="T21" fmla="*/ 1159 h 1159"/>
                <a:gd name="T22" fmla="*/ 413 w 1159"/>
                <a:gd name="T23" fmla="*/ 1042 h 1159"/>
                <a:gd name="T24" fmla="*/ 746 w 1159"/>
                <a:gd name="T25" fmla="*/ 1042 h 1159"/>
                <a:gd name="T26" fmla="*/ 908 w 1159"/>
                <a:gd name="T27" fmla="*/ 1159 h 1159"/>
                <a:gd name="T28" fmla="*/ 1081 w 1159"/>
                <a:gd name="T29" fmla="*/ 978 h 1159"/>
                <a:gd name="T30" fmla="*/ 1081 w 1159"/>
                <a:gd name="T31" fmla="*/ 727 h 1159"/>
                <a:gd name="T32" fmla="*/ 1159 w 1159"/>
                <a:gd name="T33" fmla="*/ 618 h 1159"/>
                <a:gd name="T34" fmla="*/ 1159 w 1159"/>
                <a:gd name="T35" fmla="*/ 425 h 1159"/>
                <a:gd name="T36" fmla="*/ 1081 w 1159"/>
                <a:gd name="T37" fmla="*/ 316 h 1159"/>
                <a:gd name="T38" fmla="*/ 1081 w 1159"/>
                <a:gd name="T39" fmla="*/ 618 h 1159"/>
                <a:gd name="T40" fmla="*/ 1043 w 1159"/>
                <a:gd name="T41" fmla="*/ 657 h 1159"/>
                <a:gd name="T42" fmla="*/ 1004 w 1159"/>
                <a:gd name="T43" fmla="*/ 657 h 1159"/>
                <a:gd name="T44" fmla="*/ 1004 w 1159"/>
                <a:gd name="T45" fmla="*/ 978 h 1159"/>
                <a:gd name="T46" fmla="*/ 908 w 1159"/>
                <a:gd name="T47" fmla="*/ 1081 h 1159"/>
                <a:gd name="T48" fmla="*/ 811 w 1159"/>
                <a:gd name="T49" fmla="*/ 978 h 1159"/>
                <a:gd name="T50" fmla="*/ 811 w 1159"/>
                <a:gd name="T51" fmla="*/ 965 h 1159"/>
                <a:gd name="T52" fmla="*/ 347 w 1159"/>
                <a:gd name="T53" fmla="*/ 965 h 1159"/>
                <a:gd name="T54" fmla="*/ 347 w 1159"/>
                <a:gd name="T55" fmla="*/ 978 h 1159"/>
                <a:gd name="T56" fmla="*/ 251 w 1159"/>
                <a:gd name="T57" fmla="*/ 1081 h 1159"/>
                <a:gd name="T58" fmla="*/ 155 w 1159"/>
                <a:gd name="T59" fmla="*/ 978 h 1159"/>
                <a:gd name="T60" fmla="*/ 155 w 1159"/>
                <a:gd name="T61" fmla="*/ 657 h 1159"/>
                <a:gd name="T62" fmla="*/ 116 w 1159"/>
                <a:gd name="T63" fmla="*/ 657 h 1159"/>
                <a:gd name="T64" fmla="*/ 77 w 1159"/>
                <a:gd name="T65" fmla="*/ 618 h 1159"/>
                <a:gd name="T66" fmla="*/ 77 w 1159"/>
                <a:gd name="T67" fmla="*/ 425 h 1159"/>
                <a:gd name="T68" fmla="*/ 116 w 1159"/>
                <a:gd name="T69" fmla="*/ 386 h 1159"/>
                <a:gd name="T70" fmla="*/ 154 w 1159"/>
                <a:gd name="T71" fmla="*/ 386 h 1159"/>
                <a:gd name="T72" fmla="*/ 154 w 1159"/>
                <a:gd name="T73" fmla="*/ 270 h 1159"/>
                <a:gd name="T74" fmla="*/ 270 w 1159"/>
                <a:gd name="T75" fmla="*/ 155 h 1159"/>
                <a:gd name="T76" fmla="*/ 888 w 1159"/>
                <a:gd name="T77" fmla="*/ 155 h 1159"/>
                <a:gd name="T78" fmla="*/ 1004 w 1159"/>
                <a:gd name="T79" fmla="*/ 270 h 1159"/>
                <a:gd name="T80" fmla="*/ 1004 w 1159"/>
                <a:gd name="T81" fmla="*/ 386 h 1159"/>
                <a:gd name="T82" fmla="*/ 1043 w 1159"/>
                <a:gd name="T83" fmla="*/ 386 h 1159"/>
                <a:gd name="T84" fmla="*/ 1081 w 1159"/>
                <a:gd name="T85" fmla="*/ 425 h 1159"/>
                <a:gd name="T86" fmla="*/ 1081 w 1159"/>
                <a:gd name="T87" fmla="*/ 618 h 1159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9" h="1159">
                  <a:moveTo>
                    <a:pt x="1081" y="316"/>
                  </a:moveTo>
                  <a:cubicBezTo>
                    <a:pt x="1081" y="154"/>
                    <a:pt x="1081" y="154"/>
                    <a:pt x="1081" y="154"/>
                  </a:cubicBezTo>
                  <a:cubicBezTo>
                    <a:pt x="1081" y="69"/>
                    <a:pt x="1012" y="0"/>
                    <a:pt x="927" y="0"/>
                  </a:cubicBezTo>
                  <a:cubicBezTo>
                    <a:pt x="232" y="0"/>
                    <a:pt x="232" y="0"/>
                    <a:pt x="232" y="0"/>
                  </a:cubicBezTo>
                  <a:cubicBezTo>
                    <a:pt x="147" y="0"/>
                    <a:pt x="77" y="69"/>
                    <a:pt x="77" y="154"/>
                  </a:cubicBezTo>
                  <a:cubicBezTo>
                    <a:pt x="77" y="316"/>
                    <a:pt x="77" y="316"/>
                    <a:pt x="77" y="316"/>
                  </a:cubicBezTo>
                  <a:cubicBezTo>
                    <a:pt x="32" y="332"/>
                    <a:pt x="0" y="374"/>
                    <a:pt x="0" y="425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0" y="668"/>
                    <a:pt x="32" y="711"/>
                    <a:pt x="77" y="727"/>
                  </a:cubicBezTo>
                  <a:cubicBezTo>
                    <a:pt x="77" y="978"/>
                    <a:pt x="77" y="978"/>
                    <a:pt x="77" y="978"/>
                  </a:cubicBezTo>
                  <a:cubicBezTo>
                    <a:pt x="77" y="1078"/>
                    <a:pt x="155" y="1159"/>
                    <a:pt x="251" y="1159"/>
                  </a:cubicBezTo>
                  <a:cubicBezTo>
                    <a:pt x="325" y="1159"/>
                    <a:pt x="388" y="1110"/>
                    <a:pt x="413" y="1042"/>
                  </a:cubicBezTo>
                  <a:cubicBezTo>
                    <a:pt x="746" y="1042"/>
                    <a:pt x="746" y="1042"/>
                    <a:pt x="746" y="1042"/>
                  </a:cubicBezTo>
                  <a:cubicBezTo>
                    <a:pt x="771" y="1110"/>
                    <a:pt x="834" y="1159"/>
                    <a:pt x="908" y="1159"/>
                  </a:cubicBezTo>
                  <a:cubicBezTo>
                    <a:pt x="1003" y="1159"/>
                    <a:pt x="1081" y="1078"/>
                    <a:pt x="1081" y="978"/>
                  </a:cubicBezTo>
                  <a:cubicBezTo>
                    <a:pt x="1081" y="727"/>
                    <a:pt x="1081" y="727"/>
                    <a:pt x="1081" y="727"/>
                  </a:cubicBezTo>
                  <a:cubicBezTo>
                    <a:pt x="1126" y="711"/>
                    <a:pt x="1159" y="668"/>
                    <a:pt x="1159" y="618"/>
                  </a:cubicBezTo>
                  <a:cubicBezTo>
                    <a:pt x="1159" y="425"/>
                    <a:pt x="1159" y="425"/>
                    <a:pt x="1159" y="425"/>
                  </a:cubicBezTo>
                  <a:cubicBezTo>
                    <a:pt x="1159" y="374"/>
                    <a:pt x="1126" y="332"/>
                    <a:pt x="1081" y="316"/>
                  </a:cubicBezTo>
                  <a:close/>
                  <a:moveTo>
                    <a:pt x="1081" y="618"/>
                  </a:moveTo>
                  <a:cubicBezTo>
                    <a:pt x="1081" y="639"/>
                    <a:pt x="1064" y="657"/>
                    <a:pt x="1043" y="657"/>
                  </a:cubicBezTo>
                  <a:cubicBezTo>
                    <a:pt x="1004" y="657"/>
                    <a:pt x="1004" y="657"/>
                    <a:pt x="1004" y="657"/>
                  </a:cubicBezTo>
                  <a:cubicBezTo>
                    <a:pt x="1004" y="978"/>
                    <a:pt x="1004" y="978"/>
                    <a:pt x="1004" y="978"/>
                  </a:cubicBezTo>
                  <a:cubicBezTo>
                    <a:pt x="1004" y="1035"/>
                    <a:pt x="961" y="1081"/>
                    <a:pt x="908" y="1081"/>
                  </a:cubicBezTo>
                  <a:cubicBezTo>
                    <a:pt x="855" y="1081"/>
                    <a:pt x="811" y="1035"/>
                    <a:pt x="811" y="978"/>
                  </a:cubicBezTo>
                  <a:cubicBezTo>
                    <a:pt x="811" y="965"/>
                    <a:pt x="811" y="965"/>
                    <a:pt x="811" y="965"/>
                  </a:cubicBezTo>
                  <a:cubicBezTo>
                    <a:pt x="347" y="965"/>
                    <a:pt x="347" y="965"/>
                    <a:pt x="347" y="965"/>
                  </a:cubicBezTo>
                  <a:cubicBezTo>
                    <a:pt x="347" y="978"/>
                    <a:pt x="347" y="978"/>
                    <a:pt x="347" y="978"/>
                  </a:cubicBezTo>
                  <a:cubicBezTo>
                    <a:pt x="347" y="1035"/>
                    <a:pt x="304" y="1081"/>
                    <a:pt x="251" y="1081"/>
                  </a:cubicBezTo>
                  <a:cubicBezTo>
                    <a:pt x="198" y="1081"/>
                    <a:pt x="155" y="1035"/>
                    <a:pt x="155" y="978"/>
                  </a:cubicBezTo>
                  <a:cubicBezTo>
                    <a:pt x="155" y="657"/>
                    <a:pt x="155" y="657"/>
                    <a:pt x="155" y="657"/>
                  </a:cubicBezTo>
                  <a:cubicBezTo>
                    <a:pt x="116" y="657"/>
                    <a:pt x="116" y="657"/>
                    <a:pt x="116" y="657"/>
                  </a:cubicBezTo>
                  <a:cubicBezTo>
                    <a:pt x="94" y="657"/>
                    <a:pt x="77" y="639"/>
                    <a:pt x="77" y="618"/>
                  </a:cubicBezTo>
                  <a:cubicBezTo>
                    <a:pt x="77" y="425"/>
                    <a:pt x="77" y="425"/>
                    <a:pt x="77" y="425"/>
                  </a:cubicBezTo>
                  <a:cubicBezTo>
                    <a:pt x="77" y="403"/>
                    <a:pt x="94" y="386"/>
                    <a:pt x="116" y="386"/>
                  </a:cubicBezTo>
                  <a:cubicBezTo>
                    <a:pt x="154" y="386"/>
                    <a:pt x="154" y="386"/>
                    <a:pt x="154" y="386"/>
                  </a:cubicBezTo>
                  <a:cubicBezTo>
                    <a:pt x="154" y="270"/>
                    <a:pt x="154" y="270"/>
                    <a:pt x="154" y="270"/>
                  </a:cubicBezTo>
                  <a:cubicBezTo>
                    <a:pt x="154" y="193"/>
                    <a:pt x="193" y="155"/>
                    <a:pt x="270" y="155"/>
                  </a:cubicBezTo>
                  <a:cubicBezTo>
                    <a:pt x="348" y="155"/>
                    <a:pt x="811" y="155"/>
                    <a:pt x="888" y="155"/>
                  </a:cubicBezTo>
                  <a:cubicBezTo>
                    <a:pt x="965" y="155"/>
                    <a:pt x="1004" y="193"/>
                    <a:pt x="1004" y="270"/>
                  </a:cubicBezTo>
                  <a:cubicBezTo>
                    <a:pt x="1004" y="386"/>
                    <a:pt x="1004" y="386"/>
                    <a:pt x="1004" y="386"/>
                  </a:cubicBezTo>
                  <a:cubicBezTo>
                    <a:pt x="1043" y="386"/>
                    <a:pt x="1043" y="386"/>
                    <a:pt x="1043" y="386"/>
                  </a:cubicBezTo>
                  <a:cubicBezTo>
                    <a:pt x="1064" y="386"/>
                    <a:pt x="1081" y="403"/>
                    <a:pt x="1081" y="425"/>
                  </a:cubicBezTo>
                  <a:lnTo>
                    <a:pt x="1081" y="6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5">
              <a:extLst>
                <a:ext uri="{FF2B5EF4-FFF2-40B4-BE49-F238E27FC236}">
                  <a16:creationId xmlns:a16="http://schemas.microsoft.com/office/drawing/2014/main" id="{B7DDC0B4-BEF8-E189-2334-792B30E97834}"/>
                </a:ext>
              </a:extLst>
            </p:cNvPr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2287202" y="-975838"/>
              <a:ext cx="1241425" cy="588963"/>
            </a:xfrm>
            <a:custGeom>
              <a:gdLst>
                <a:gd name="T0" fmla="*/ 638 w 734"/>
                <a:gd name="T1" fmla="*/ 0 h 348"/>
                <a:gd name="T2" fmla="*/ 97 w 734"/>
                <a:gd name="T3" fmla="*/ 0 h 348"/>
                <a:gd name="T4" fmla="*/ 0 w 734"/>
                <a:gd name="T5" fmla="*/ 97 h 348"/>
                <a:gd name="T6" fmla="*/ 0 w 734"/>
                <a:gd name="T7" fmla="*/ 251 h 348"/>
                <a:gd name="T8" fmla="*/ 97 w 734"/>
                <a:gd name="T9" fmla="*/ 348 h 348"/>
                <a:gd name="T10" fmla="*/ 638 w 734"/>
                <a:gd name="T11" fmla="*/ 348 h 348"/>
                <a:gd name="T12" fmla="*/ 734 w 734"/>
                <a:gd name="T13" fmla="*/ 251 h 348"/>
                <a:gd name="T14" fmla="*/ 734 w 734"/>
                <a:gd name="T15" fmla="*/ 97 h 348"/>
                <a:gd name="T16" fmla="*/ 638 w 734"/>
                <a:gd name="T17" fmla="*/ 0 h 348"/>
                <a:gd name="T18" fmla="*/ 696 w 734"/>
                <a:gd name="T19" fmla="*/ 251 h 348"/>
                <a:gd name="T20" fmla="*/ 638 w 734"/>
                <a:gd name="T21" fmla="*/ 309 h 348"/>
                <a:gd name="T22" fmla="*/ 97 w 734"/>
                <a:gd name="T23" fmla="*/ 309 h 348"/>
                <a:gd name="T24" fmla="*/ 39 w 734"/>
                <a:gd name="T25" fmla="*/ 251 h 348"/>
                <a:gd name="T26" fmla="*/ 39 w 734"/>
                <a:gd name="T27" fmla="*/ 97 h 348"/>
                <a:gd name="T28" fmla="*/ 97 w 734"/>
                <a:gd name="T29" fmla="*/ 39 h 348"/>
                <a:gd name="T30" fmla="*/ 638 w 734"/>
                <a:gd name="T31" fmla="*/ 39 h 348"/>
                <a:gd name="T32" fmla="*/ 696 w 734"/>
                <a:gd name="T33" fmla="*/ 97 h 348"/>
                <a:gd name="T34" fmla="*/ 696 w 734"/>
                <a:gd name="T35" fmla="*/ 251 h 348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4" h="348">
                  <a:moveTo>
                    <a:pt x="63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44" y="0"/>
                    <a:pt x="0" y="44"/>
                    <a:pt x="0" y="97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305"/>
                    <a:pt x="44" y="348"/>
                    <a:pt x="97" y="348"/>
                  </a:cubicBezTo>
                  <a:cubicBezTo>
                    <a:pt x="638" y="348"/>
                    <a:pt x="638" y="348"/>
                    <a:pt x="638" y="348"/>
                  </a:cubicBezTo>
                  <a:cubicBezTo>
                    <a:pt x="691" y="348"/>
                    <a:pt x="734" y="305"/>
                    <a:pt x="734" y="251"/>
                  </a:cubicBezTo>
                  <a:cubicBezTo>
                    <a:pt x="734" y="97"/>
                    <a:pt x="734" y="97"/>
                    <a:pt x="734" y="97"/>
                  </a:cubicBezTo>
                  <a:cubicBezTo>
                    <a:pt x="734" y="44"/>
                    <a:pt x="691" y="0"/>
                    <a:pt x="638" y="0"/>
                  </a:cubicBezTo>
                  <a:close/>
                  <a:moveTo>
                    <a:pt x="696" y="251"/>
                  </a:moveTo>
                  <a:cubicBezTo>
                    <a:pt x="696" y="283"/>
                    <a:pt x="670" y="309"/>
                    <a:pt x="638" y="309"/>
                  </a:cubicBezTo>
                  <a:cubicBezTo>
                    <a:pt x="97" y="309"/>
                    <a:pt x="97" y="309"/>
                    <a:pt x="97" y="309"/>
                  </a:cubicBezTo>
                  <a:cubicBezTo>
                    <a:pt x="65" y="309"/>
                    <a:pt x="39" y="283"/>
                    <a:pt x="39" y="251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65"/>
                    <a:pt x="65" y="39"/>
                    <a:pt x="97" y="39"/>
                  </a:cubicBezTo>
                  <a:cubicBezTo>
                    <a:pt x="638" y="39"/>
                    <a:pt x="638" y="39"/>
                    <a:pt x="638" y="39"/>
                  </a:cubicBezTo>
                  <a:cubicBezTo>
                    <a:pt x="670" y="39"/>
                    <a:pt x="696" y="65"/>
                    <a:pt x="696" y="97"/>
                  </a:cubicBezTo>
                  <a:lnTo>
                    <a:pt x="696" y="2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3" name="Shape2">
            <a:extLst>
              <a:ext uri="{FF2B5EF4-FFF2-40B4-BE49-F238E27FC236}">
                <a16:creationId xmlns:a16="http://schemas.microsoft.com/office/drawing/2014/main" id="{545D1E20-2384-1AA0-D30A-E2CE180ADF46}"/>
              </a:ext>
            </a:extLst>
          </p:cNvPr>
          <p:cNvGrpSpPr/>
          <p:nvPr>
            <p:custDataLst>
              <p:tags r:id="rId48"/>
            </p:custDataLst>
          </p:nvPr>
        </p:nvGrpSpPr>
        <p:grpSpPr>
          <a:xfrm>
            <a:off x="4999731" y="2350695"/>
            <a:ext cx="601980" cy="481713"/>
            <a:chOff x="6069013" y="-1522413"/>
            <a:chExt cx="4465637" cy="3573463"/>
          </a:xfrm>
          <a:solidFill>
            <a:schemeClr val="bg1"/>
          </a:solidFill>
        </p:grpSpPr>
        <p:sp>
          <p:nvSpPr>
            <p:cNvPr id="114" name="Freeform 14">
              <a:extLst>
                <a:ext uri="{FF2B5EF4-FFF2-40B4-BE49-F238E27FC236}">
                  <a16:creationId xmlns:a16="http://schemas.microsoft.com/office/drawing/2014/main" id="{402BBD96-B048-A161-98F4-01824BA97DE5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 bwMode="auto">
            <a:xfrm>
              <a:off x="6069013" y="-1522413"/>
              <a:ext cx="4465637" cy="2979736"/>
            </a:xfrm>
            <a:custGeom>
              <a:gdLst>
                <a:gd name="T0" fmla="*/ 869 w 1188"/>
                <a:gd name="T1" fmla="*/ 792 h 792"/>
                <a:gd name="T2" fmla="*/ 830 w 1188"/>
                <a:gd name="T3" fmla="*/ 753 h 792"/>
                <a:gd name="T4" fmla="*/ 869 w 1188"/>
                <a:gd name="T5" fmla="*/ 713 h 792"/>
                <a:gd name="T6" fmla="*/ 949 w 1188"/>
                <a:gd name="T7" fmla="*/ 713 h 792"/>
                <a:gd name="T8" fmla="*/ 953 w 1188"/>
                <a:gd name="T9" fmla="*/ 713 h 792"/>
                <a:gd name="T10" fmla="*/ 955 w 1188"/>
                <a:gd name="T11" fmla="*/ 713 h 792"/>
                <a:gd name="T12" fmla="*/ 1109 w 1188"/>
                <a:gd name="T13" fmla="*/ 555 h 792"/>
                <a:gd name="T14" fmla="*/ 951 w 1188"/>
                <a:gd name="T15" fmla="*/ 396 h 792"/>
                <a:gd name="T16" fmla="*/ 915 w 1188"/>
                <a:gd name="T17" fmla="*/ 401 h 792"/>
                <a:gd name="T18" fmla="*/ 879 w 1188"/>
                <a:gd name="T19" fmla="*/ 391 h 792"/>
                <a:gd name="T20" fmla="*/ 867 w 1188"/>
                <a:gd name="T21" fmla="*/ 356 h 792"/>
                <a:gd name="T22" fmla="*/ 871 w 1188"/>
                <a:gd name="T23" fmla="*/ 317 h 792"/>
                <a:gd name="T24" fmla="*/ 634 w 1188"/>
                <a:gd name="T25" fmla="*/ 79 h 792"/>
                <a:gd name="T26" fmla="*/ 398 w 1188"/>
                <a:gd name="T27" fmla="*/ 296 h 792"/>
                <a:gd name="T28" fmla="*/ 380 w 1188"/>
                <a:gd name="T29" fmla="*/ 326 h 792"/>
                <a:gd name="T30" fmla="*/ 345 w 1188"/>
                <a:gd name="T31" fmla="*/ 330 h 792"/>
                <a:gd name="T32" fmla="*/ 277 w 1188"/>
                <a:gd name="T33" fmla="*/ 317 h 792"/>
                <a:gd name="T34" fmla="*/ 79 w 1188"/>
                <a:gd name="T35" fmla="*/ 515 h 792"/>
                <a:gd name="T36" fmla="*/ 272 w 1188"/>
                <a:gd name="T37" fmla="*/ 713 h 792"/>
                <a:gd name="T38" fmla="*/ 275 w 1188"/>
                <a:gd name="T39" fmla="*/ 713 h 792"/>
                <a:gd name="T40" fmla="*/ 295 w 1188"/>
                <a:gd name="T41" fmla="*/ 713 h 792"/>
                <a:gd name="T42" fmla="*/ 358 w 1188"/>
                <a:gd name="T43" fmla="*/ 713 h 792"/>
                <a:gd name="T44" fmla="*/ 398 w 1188"/>
                <a:gd name="T45" fmla="*/ 753 h 792"/>
                <a:gd name="T46" fmla="*/ 358 w 1188"/>
                <a:gd name="T47" fmla="*/ 792 h 792"/>
                <a:gd name="T48" fmla="*/ 282 w 1188"/>
                <a:gd name="T49" fmla="*/ 792 h 792"/>
                <a:gd name="T50" fmla="*/ 277 w 1188"/>
                <a:gd name="T51" fmla="*/ 792 h 792"/>
                <a:gd name="T52" fmla="*/ 0 w 1188"/>
                <a:gd name="T53" fmla="*/ 515 h 792"/>
                <a:gd name="T54" fmla="*/ 277 w 1188"/>
                <a:gd name="T55" fmla="*/ 238 h 792"/>
                <a:gd name="T56" fmla="*/ 327 w 1188"/>
                <a:gd name="T57" fmla="*/ 242 h 792"/>
                <a:gd name="T58" fmla="*/ 634 w 1188"/>
                <a:gd name="T59" fmla="*/ 0 h 792"/>
                <a:gd name="T60" fmla="*/ 950 w 1188"/>
                <a:gd name="T61" fmla="*/ 317 h 792"/>
                <a:gd name="T62" fmla="*/ 950 w 1188"/>
                <a:gd name="T63" fmla="*/ 317 h 792"/>
                <a:gd name="T64" fmla="*/ 951 w 1188"/>
                <a:gd name="T65" fmla="*/ 317 h 792"/>
                <a:gd name="T66" fmla="*/ 1188 w 1188"/>
                <a:gd name="T67" fmla="*/ 555 h 792"/>
                <a:gd name="T68" fmla="*/ 951 w 1188"/>
                <a:gd name="T69" fmla="*/ 792 h 792"/>
                <a:gd name="T70" fmla="*/ 946 w 1188"/>
                <a:gd name="T71" fmla="*/ 792 h 792"/>
                <a:gd name="T72" fmla="*/ 869 w 1188"/>
                <a:gd name="T73" fmla="*/ 792 h 79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8" h="792">
                  <a:moveTo>
                    <a:pt x="869" y="792"/>
                  </a:moveTo>
                  <a:cubicBezTo>
                    <a:pt x="847" y="792"/>
                    <a:pt x="830" y="775"/>
                    <a:pt x="830" y="753"/>
                  </a:cubicBezTo>
                  <a:cubicBezTo>
                    <a:pt x="830" y="731"/>
                    <a:pt x="847" y="713"/>
                    <a:pt x="869" y="713"/>
                  </a:cubicBezTo>
                  <a:cubicBezTo>
                    <a:pt x="949" y="713"/>
                    <a:pt x="949" y="713"/>
                    <a:pt x="949" y="713"/>
                  </a:cubicBezTo>
                  <a:cubicBezTo>
                    <a:pt x="950" y="713"/>
                    <a:pt x="952" y="713"/>
                    <a:pt x="953" y="713"/>
                  </a:cubicBezTo>
                  <a:cubicBezTo>
                    <a:pt x="954" y="713"/>
                    <a:pt x="955" y="713"/>
                    <a:pt x="955" y="713"/>
                  </a:cubicBezTo>
                  <a:cubicBezTo>
                    <a:pt x="1041" y="710"/>
                    <a:pt x="1109" y="640"/>
                    <a:pt x="1109" y="555"/>
                  </a:cubicBezTo>
                  <a:cubicBezTo>
                    <a:pt x="1109" y="467"/>
                    <a:pt x="1038" y="396"/>
                    <a:pt x="951" y="396"/>
                  </a:cubicBezTo>
                  <a:cubicBezTo>
                    <a:pt x="940" y="396"/>
                    <a:pt x="928" y="398"/>
                    <a:pt x="915" y="401"/>
                  </a:cubicBezTo>
                  <a:cubicBezTo>
                    <a:pt x="902" y="404"/>
                    <a:pt x="889" y="400"/>
                    <a:pt x="879" y="391"/>
                  </a:cubicBezTo>
                  <a:cubicBezTo>
                    <a:pt x="870" y="382"/>
                    <a:pt x="865" y="369"/>
                    <a:pt x="867" y="356"/>
                  </a:cubicBezTo>
                  <a:cubicBezTo>
                    <a:pt x="869" y="343"/>
                    <a:pt x="871" y="330"/>
                    <a:pt x="871" y="317"/>
                  </a:cubicBezTo>
                  <a:cubicBezTo>
                    <a:pt x="871" y="186"/>
                    <a:pt x="765" y="79"/>
                    <a:pt x="634" y="79"/>
                  </a:cubicBezTo>
                  <a:cubicBezTo>
                    <a:pt x="510" y="79"/>
                    <a:pt x="409" y="172"/>
                    <a:pt x="398" y="296"/>
                  </a:cubicBezTo>
                  <a:cubicBezTo>
                    <a:pt x="397" y="308"/>
                    <a:pt x="390" y="319"/>
                    <a:pt x="380" y="326"/>
                  </a:cubicBezTo>
                  <a:cubicBezTo>
                    <a:pt x="370" y="332"/>
                    <a:pt x="357" y="334"/>
                    <a:pt x="345" y="330"/>
                  </a:cubicBezTo>
                  <a:cubicBezTo>
                    <a:pt x="322" y="321"/>
                    <a:pt x="300" y="317"/>
                    <a:pt x="277" y="317"/>
                  </a:cubicBezTo>
                  <a:cubicBezTo>
                    <a:pt x="168" y="317"/>
                    <a:pt x="79" y="406"/>
                    <a:pt x="79" y="515"/>
                  </a:cubicBezTo>
                  <a:cubicBezTo>
                    <a:pt x="79" y="623"/>
                    <a:pt x="165" y="710"/>
                    <a:pt x="272" y="713"/>
                  </a:cubicBezTo>
                  <a:cubicBezTo>
                    <a:pt x="273" y="713"/>
                    <a:pt x="274" y="713"/>
                    <a:pt x="275" y="713"/>
                  </a:cubicBezTo>
                  <a:cubicBezTo>
                    <a:pt x="295" y="713"/>
                    <a:pt x="295" y="713"/>
                    <a:pt x="295" y="713"/>
                  </a:cubicBezTo>
                  <a:cubicBezTo>
                    <a:pt x="358" y="713"/>
                    <a:pt x="358" y="713"/>
                    <a:pt x="358" y="713"/>
                  </a:cubicBezTo>
                  <a:cubicBezTo>
                    <a:pt x="380" y="713"/>
                    <a:pt x="398" y="731"/>
                    <a:pt x="398" y="753"/>
                  </a:cubicBezTo>
                  <a:cubicBezTo>
                    <a:pt x="398" y="775"/>
                    <a:pt x="380" y="792"/>
                    <a:pt x="358" y="792"/>
                  </a:cubicBezTo>
                  <a:cubicBezTo>
                    <a:pt x="282" y="792"/>
                    <a:pt x="282" y="792"/>
                    <a:pt x="282" y="792"/>
                  </a:cubicBezTo>
                  <a:cubicBezTo>
                    <a:pt x="281" y="792"/>
                    <a:pt x="279" y="792"/>
                    <a:pt x="277" y="792"/>
                  </a:cubicBezTo>
                  <a:cubicBezTo>
                    <a:pt x="124" y="792"/>
                    <a:pt x="0" y="668"/>
                    <a:pt x="0" y="515"/>
                  </a:cubicBezTo>
                  <a:cubicBezTo>
                    <a:pt x="0" y="362"/>
                    <a:pt x="124" y="238"/>
                    <a:pt x="277" y="238"/>
                  </a:cubicBezTo>
                  <a:cubicBezTo>
                    <a:pt x="294" y="238"/>
                    <a:pt x="310" y="239"/>
                    <a:pt x="327" y="242"/>
                  </a:cubicBezTo>
                  <a:cubicBezTo>
                    <a:pt x="360" y="101"/>
                    <a:pt x="485" y="0"/>
                    <a:pt x="634" y="0"/>
                  </a:cubicBezTo>
                  <a:cubicBezTo>
                    <a:pt x="808" y="0"/>
                    <a:pt x="950" y="142"/>
                    <a:pt x="950" y="317"/>
                  </a:cubicBezTo>
                  <a:cubicBezTo>
                    <a:pt x="950" y="317"/>
                    <a:pt x="950" y="317"/>
                    <a:pt x="950" y="317"/>
                  </a:cubicBezTo>
                  <a:cubicBezTo>
                    <a:pt x="951" y="317"/>
                    <a:pt x="951" y="317"/>
                    <a:pt x="951" y="317"/>
                  </a:cubicBezTo>
                  <a:cubicBezTo>
                    <a:pt x="1082" y="317"/>
                    <a:pt x="1188" y="424"/>
                    <a:pt x="1188" y="555"/>
                  </a:cubicBezTo>
                  <a:cubicBezTo>
                    <a:pt x="1188" y="686"/>
                    <a:pt x="1082" y="792"/>
                    <a:pt x="951" y="792"/>
                  </a:cubicBezTo>
                  <a:cubicBezTo>
                    <a:pt x="949" y="792"/>
                    <a:pt x="947" y="792"/>
                    <a:pt x="946" y="792"/>
                  </a:cubicBezTo>
                  <a:lnTo>
                    <a:pt x="869" y="7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5">
              <a:extLst>
                <a:ext uri="{FF2B5EF4-FFF2-40B4-BE49-F238E27FC236}">
                  <a16:creationId xmlns:a16="http://schemas.microsoft.com/office/drawing/2014/main" id="{F82B8649-7E93-CBC4-7651-D6C14DD6B2B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auto">
            <a:xfrm>
              <a:off x="7707313" y="-479425"/>
              <a:ext cx="1484312" cy="2530475"/>
            </a:xfrm>
            <a:custGeom>
              <a:gdLst>
                <a:gd name="T0" fmla="*/ 935 w 935"/>
                <a:gd name="T1" fmla="*/ 656 h 1594"/>
                <a:gd name="T2" fmla="*/ 561 w 935"/>
                <a:gd name="T3" fmla="*/ 656 h 1594"/>
                <a:gd name="T4" fmla="*/ 561 w 935"/>
                <a:gd name="T5" fmla="*/ 0 h 1594"/>
                <a:gd name="T6" fmla="*/ 0 w 935"/>
                <a:gd name="T7" fmla="*/ 940 h 1594"/>
                <a:gd name="T8" fmla="*/ 374 w 935"/>
                <a:gd name="T9" fmla="*/ 940 h 1594"/>
                <a:gd name="T10" fmla="*/ 374 w 935"/>
                <a:gd name="T11" fmla="*/ 1594 h 1594"/>
                <a:gd name="T12" fmla="*/ 935 w 935"/>
                <a:gd name="T13" fmla="*/ 656 h 1594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5" h="1594">
                  <a:moveTo>
                    <a:pt x="935" y="656"/>
                  </a:moveTo>
                  <a:lnTo>
                    <a:pt x="561" y="656"/>
                  </a:lnTo>
                  <a:lnTo>
                    <a:pt x="561" y="0"/>
                  </a:lnTo>
                  <a:lnTo>
                    <a:pt x="0" y="940"/>
                  </a:lnTo>
                  <a:lnTo>
                    <a:pt x="374" y="940"/>
                  </a:lnTo>
                  <a:lnTo>
                    <a:pt x="374" y="1594"/>
                  </a:lnTo>
                  <a:lnTo>
                    <a:pt x="935" y="6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svg="http://schemas.microsoft.com/office/drawing/2016/SVG/main" xmlns:a16="http://schemas.microsoft.com/office/drawing/2014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d-ID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6" name="Shape3">
            <a:extLst>
              <a:ext uri="{FF2B5EF4-FFF2-40B4-BE49-F238E27FC236}">
                <a16:creationId xmlns:a16="http://schemas.microsoft.com/office/drawing/2014/main" id="{C85FC031-FBF5-D46A-C06B-F69E84293E10}"/>
              </a:ext>
            </a:extLst>
      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1">
            <a:extLst>
              <a:ext uri="{96DAC541-7B7A-43D3-8B79-37D633B846F1}"/>
            </a:extLst>
          </a:blip>
          <a:stretch>
            <a:fillRect/>
          </a:stretch>
        </p:blipFill>
        <p:spPr>
          <a:xfrm>
            <a:off x="6914730" y="2659950"/>
            <a:ext cx="457243" cy="522668"/>
          </a:xfrm>
          <a:prstGeom prst="rect">
            <a:avLst/>
          </a:prstGeom>
        </p:spPr>
      </p:pic>
      <p:pic>
        <p:nvPicPr>
          <p:cNvPr id="117" name="Shape4">
            <a:extLst>
              <a:ext uri="{FF2B5EF4-FFF2-40B4-BE49-F238E27FC236}">
                <a16:creationId xmlns:a16="http://schemas.microsoft.com/office/drawing/2014/main" id="{0557F7CE-B318-556F-3D79-CB27FECA9DF8}"/>
              </a:ext>
            </a:extLst>
          </p:cNvPr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4">
            <a:extLst>
              <a:ext uri="{96DAC541-7B7A-43D3-8B79-37D633B846F1}"/>
            </a:extLst>
          </a:blip>
          <a:stretch>
            <a:fillRect/>
          </a:stretch>
        </p:blipFill>
        <p:spPr>
          <a:xfrm>
            <a:off x="6650851" y="4486096"/>
            <a:ext cx="499336" cy="479113"/>
          </a:xfrm>
          <a:prstGeom prst="rect">
            <a:avLst/>
          </a:prstGeom>
        </p:spPr>
      </p:pic>
      <p:sp>
        <p:nvSpPr>
          <p:cNvPr id="6" name="Text22">
            <a:extLst>
              <a:ext uri="{FF2B5EF4-FFF2-40B4-BE49-F238E27FC236}">
                <a16:creationId xmlns:a16="http://schemas.microsoft.com/office/drawing/2014/main" id="{E735C9E8-A643-9470-3E7D-E85730AC04DB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2532471" y="1643591"/>
            <a:ext cx="1194012" cy="830997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anose="02000000000000000000" pitchFamily="2" charset="0"/>
              </a:rPr>
              <a:t>01</a:t>
            </a:r>
            <a:endParaRPr lang="zh-CN" altLang="en-US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" panose="02000000000000000000" pitchFamily="2" charset="0"/>
            </a:endParaRPr>
          </a:p>
        </p:txBody>
      </p:sp>
      <p:sp>
        <p:nvSpPr>
          <p:cNvPr id="7" name="Text23">
            <a:extLst>
              <a:ext uri="{FF2B5EF4-FFF2-40B4-BE49-F238E27FC236}">
                <a16:creationId xmlns:a16="http://schemas.microsoft.com/office/drawing/2014/main" id="{1F911EB4-1126-28DD-428F-C6F4646C812D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8440630" y="1643591"/>
            <a:ext cx="1194012" cy="830997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anose="02000000000000000000" pitchFamily="2" charset="0"/>
              </a:rPr>
              <a:t>02</a:t>
            </a:r>
            <a:endParaRPr lang="zh-CN" altLang="en-US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" panose="02000000000000000000" pitchFamily="2" charset="0"/>
            </a:endParaRPr>
          </a:p>
        </p:txBody>
      </p:sp>
      <p:sp>
        <p:nvSpPr>
          <p:cNvPr id="8" name="Text24">
            <a:extLst>
              <a:ext uri="{FF2B5EF4-FFF2-40B4-BE49-F238E27FC236}">
                <a16:creationId xmlns:a16="http://schemas.microsoft.com/office/drawing/2014/main" id="{34B154B0-82F7-02C5-8C59-AE4BDEF0A6BF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8440630" y="4170000"/>
            <a:ext cx="1194012" cy="830997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anose="02000000000000000000" pitchFamily="2" charset="0"/>
              </a:rPr>
              <a:t>04</a:t>
            </a:r>
            <a:endParaRPr lang="zh-CN" altLang="en-US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" panose="02000000000000000000" pitchFamily="2" charset="0"/>
            </a:endParaRPr>
          </a:p>
        </p:txBody>
      </p:sp>
      <p:sp>
        <p:nvSpPr>
          <p:cNvPr id="9" name="Text25">
            <a:extLst>
              <a:ext uri="{FF2B5EF4-FFF2-40B4-BE49-F238E27FC236}">
                <a16:creationId xmlns:a16="http://schemas.microsoft.com/office/drawing/2014/main" id="{8252F223-33F5-8807-EB49-1BD43B871DAF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2484205" y="4170000"/>
            <a:ext cx="1194012" cy="830997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" panose="02000000000000000000" pitchFamily="2" charset="0"/>
              </a:rPr>
              <a:t>03</a:t>
            </a:r>
            <a:endParaRPr lang="zh-CN" altLang="en-US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" panose="02000000000000000000" pitchFamily="2" charset="0"/>
            </a:endParaRPr>
          </a:p>
        </p:txBody>
      </p:sp>
    </p:spTree>
    <p:custDataLst>
      <p:custData r:id="rId61"/>
      <p:tags r:id="rId62"/>
    </p:custDataLst>
    <p:extLst>
      <p:ext uri="{BB962C8B-B14F-4D97-AF65-F5344CB8AC3E}">
        <p14:creationId val="844722099"/>
      </p:ext>
    </p:extLst>
  </p:cSld>
  <p:clrMapOvr>
    <a:masterClrMapping/>
  </p:clrMapOvr>
</p:sld>
</file>

<file path=ppt/slides/slide14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57EEABA1-7AB5-1BD0-7A2A-50F4BA93E7C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09884" y="27756"/>
            <a:ext cx="4169395" cy="1864299"/>
          </a:xfrm>
          <a:custGeom>
            <a:gdLst>
              <a:gd name="connsiteX0" fmla="*/ 466075 w 4169395"/>
              <a:gd name="connsiteY0" fmla="*/ 0 h 1864299"/>
              <a:gd name="connsiteX1" fmla="*/ 4169395 w 4169395"/>
              <a:gd name="connsiteY1" fmla="*/ 0 h 1864299"/>
              <a:gd name="connsiteX2" fmla="*/ 3703320 w 4169395"/>
              <a:gd name="connsiteY2" fmla="*/ 1864299 h 1864299"/>
              <a:gd name="connsiteX3" fmla="*/ 0 w 4169395"/>
              <a:gd name="connsiteY3" fmla="*/ 1864299 h 1864299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9394" h="1864299">
                <a:moveTo>
                  <a:pt x="466075" y="0"/>
                </a:moveTo>
                <a:lnTo>
                  <a:pt x="4169395" y="0"/>
                </a:lnTo>
                <a:lnTo>
                  <a:pt x="3703320" y="1864299"/>
                </a:lnTo>
                <a:lnTo>
                  <a:pt x="0" y="186429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8C43729-2078-C0A4-6592-D8BFF43BE40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144320" y="5929876"/>
            <a:ext cx="3942072" cy="955008"/>
          </a:xfrm>
          <a:custGeom>
            <a:gdLst>
              <a:gd name="connsiteX0" fmla="*/ 238752 w 3942072"/>
              <a:gd name="connsiteY0" fmla="*/ 0 h 955008"/>
              <a:gd name="connsiteX1" fmla="*/ 3942072 w 3942072"/>
              <a:gd name="connsiteY1" fmla="*/ 0 h 955008"/>
              <a:gd name="connsiteX2" fmla="*/ 3703320 w 3942072"/>
              <a:gd name="connsiteY2" fmla="*/ 955008 h 955008"/>
              <a:gd name="connsiteX3" fmla="*/ 0 w 3942072"/>
              <a:gd name="connsiteY3" fmla="*/ 955008 h 95500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2072" h="955008">
                <a:moveTo>
                  <a:pt x="238752" y="0"/>
                </a:moveTo>
                <a:lnTo>
                  <a:pt x="3942072" y="0"/>
                </a:lnTo>
                <a:lnTo>
                  <a:pt x="3703320" y="955008"/>
                </a:lnTo>
                <a:lnTo>
                  <a:pt x="0" y="95500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F0236F3-F9F1-FD6F-D49A-BFD2060A841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66753" y="2171700"/>
            <a:ext cx="4560570" cy="3429000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Shape1">
            <a:extLst>
              <a:ext uri="{FF2B5EF4-FFF2-40B4-BE49-F238E27FC236}">
                <a16:creationId xmlns:a16="http://schemas.microsoft.com/office/drawing/2014/main" id="{A05C8984-1A21-F8E3-AD19-A110DEBD779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43397" y="-1"/>
            <a:ext cx="3948603" cy="3290325"/>
          </a:xfrm>
          <a:custGeom>
            <a:gdLst>
              <a:gd name="connsiteX0" fmla="*/ 822581 w 3948603"/>
              <a:gd name="connsiteY0" fmla="*/ 0 h 3290325"/>
              <a:gd name="connsiteX1" fmla="*/ 3948603 w 3948603"/>
              <a:gd name="connsiteY1" fmla="*/ 0 h 3290325"/>
              <a:gd name="connsiteX2" fmla="*/ 3948603 w 3948603"/>
              <a:gd name="connsiteY2" fmla="*/ 3290325 h 3290325"/>
              <a:gd name="connsiteX3" fmla="*/ 0 w 3948603"/>
              <a:gd name="connsiteY3" fmla="*/ 3290325 h 3290325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8602" h="3290324">
                <a:moveTo>
                  <a:pt x="822581" y="0"/>
                </a:moveTo>
                <a:lnTo>
                  <a:pt x="3948603" y="0"/>
                </a:lnTo>
                <a:lnTo>
                  <a:pt x="3948603" y="3290325"/>
                </a:lnTo>
                <a:lnTo>
                  <a:pt x="0" y="3290325"/>
                </a:lnTo>
                <a:close/>
              </a:path>
            </a:pathLst>
          </a:custGeom>
          <a:blipFill>
            <a:blip r:embed="rId7"/>
            <a:stretch>
              <a:fillRect l="-12964" r="-1296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Shape2">
            <a:extLst>
              <a:ext uri="{FF2B5EF4-FFF2-40B4-BE49-F238E27FC236}">
                <a16:creationId xmlns:a16="http://schemas.microsoft.com/office/drawing/2014/main" id="{7196316B-B7F6-1816-323F-854E9BA6FB2D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230092" y="3619500"/>
            <a:ext cx="4961908" cy="3238500"/>
          </a:xfrm>
          <a:custGeom>
            <a:gdLst>
              <a:gd name="connsiteX0" fmla="*/ 809625 w 4961908"/>
              <a:gd name="connsiteY0" fmla="*/ 0 h 3238500"/>
              <a:gd name="connsiteX1" fmla="*/ 4961908 w 4961908"/>
              <a:gd name="connsiteY1" fmla="*/ 0 h 3238500"/>
              <a:gd name="connsiteX2" fmla="*/ 4961908 w 4961908"/>
              <a:gd name="connsiteY2" fmla="*/ 442580 h 3238500"/>
              <a:gd name="connsiteX3" fmla="*/ 4262928 w 4961908"/>
              <a:gd name="connsiteY3" fmla="*/ 3238500 h 3238500"/>
              <a:gd name="connsiteX4" fmla="*/ 0 w 4961908"/>
              <a:gd name="connsiteY4" fmla="*/ 3238500 h 32385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1908" h="3238500">
                <a:moveTo>
                  <a:pt x="809625" y="0"/>
                </a:moveTo>
                <a:lnTo>
                  <a:pt x="4961908" y="0"/>
                </a:lnTo>
                <a:lnTo>
                  <a:pt x="4961908" y="442580"/>
                </a:lnTo>
                <a:lnTo>
                  <a:pt x="4262928" y="3238500"/>
                </a:lnTo>
                <a:lnTo>
                  <a:pt x="0" y="3238500"/>
                </a:lnTo>
                <a:close/>
              </a:path>
            </a:pathLst>
          </a:custGeom>
          <a:blipFill>
            <a:blip r:embed="rId9"/>
            <a:stretch>
              <a:fillRect t="-1059" b="-105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Text1">
            <a:extLst>
              <a:ext uri="{FF2B5EF4-FFF2-40B4-BE49-F238E27FC236}">
                <a16:creationId xmlns:a16="http://schemas.microsoft.com/office/drawing/2014/main" id="{760D535F-CF48-0EDC-00FE-5A038EC92E4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0881" y="356931"/>
            <a:ext cx="5878181" cy="131691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思源黑体 CN" panose="020b0500000000000000" pitchFamily="34" charset="-122"/>
              </a:rPr>
              <a:t>教育课件PPT</a:t>
            </a:r>
          </a:p>
        </p:txBody>
      </p:sp>
      <p:sp>
        <p:nvSpPr>
          <p:cNvPr id="6" name="Text2">
            <a:extLst>
              <a:ext uri="{FF2B5EF4-FFF2-40B4-BE49-F238E27FC236}">
                <a16:creationId xmlns:a16="http://schemas.microsoft.com/office/drawing/2014/main" id="{92296928-7AA8-BF21-1004-9CE057F40443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41379" y="1853954"/>
            <a:ext cx="5885760" cy="458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6" rIns="60950" bIns="30466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1.教育课件特点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教育课件PPT用于辅助教学，其特点是内容系统、图文并茂，设计生动有趣。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2.内容结构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教育课件PPT的内容结构包括教学目标、知识点讲解、案例分析和课堂练习。每部分应循序渐进，便于学生理解。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3.设计要点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教育课件PPT的设计应注重视觉吸引力和互动性。使用丰富的图像和动画效果，激发学生的学习兴趣和参与度。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4.教育课件案例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" panose="020b0500000000000000" pitchFamily="34" charset="-122"/>
              </a:rPr>
              <a:t>通过实际案例演示教育课件PPT的制作技巧。案例可以包括学科教学、培训课程和学术讲座等。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D298A81-80D6-59B6-FA2F-4634F418635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0" y="6615314"/>
            <a:ext cx="2582050" cy="269570"/>
          </a:xfrm>
          <a:custGeom>
            <a:gdLst>
              <a:gd name="connsiteX0" fmla="*/ 0 w 2582050"/>
              <a:gd name="connsiteY0" fmla="*/ 0 h 269570"/>
              <a:gd name="connsiteX1" fmla="*/ 2582050 w 2582050"/>
              <a:gd name="connsiteY1" fmla="*/ 0 h 269570"/>
              <a:gd name="connsiteX2" fmla="*/ 2514658 w 2582050"/>
              <a:gd name="connsiteY2" fmla="*/ 269570 h 269570"/>
              <a:gd name="connsiteX3" fmla="*/ 0 w 2582050"/>
              <a:gd name="connsiteY3" fmla="*/ 269570 h 26957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2050" h="269570">
                <a:moveTo>
                  <a:pt x="0" y="0"/>
                </a:moveTo>
                <a:lnTo>
                  <a:pt x="2582050" y="0"/>
                </a:lnTo>
                <a:lnTo>
                  <a:pt x="2514658" y="269570"/>
                </a:lnTo>
                <a:lnTo>
                  <a:pt x="0" y="26957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custData r:id="rId13"/>
      <p:tags r:id="rId14"/>
    </p:custDataLst>
    <p:extLst>
      <p:ext uri="{BB962C8B-B14F-4D97-AF65-F5344CB8AC3E}">
        <p14:creationId val="1500481055"/>
      </p:ext>
    </p:extLst>
  </p:cSld>
  <p:clrMapOvr>
    <a:masterClrMapping/>
  </p:clrMapOvr>
</p:sld>
</file>

<file path=ppt/slides/slide15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5" name="Text1">
            <a:extLst>
              <a:ext uri="{FF2B5EF4-FFF2-40B4-BE49-F238E27FC236}">
                <a16:creationId xmlns:a16="http://schemas.microsoft.com/office/drawing/2014/main" id="{E9F9809D-61C6-B83A-2855-94F22BF78C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5096" y="287410"/>
            <a:ext cx="11496384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创意展示PPT</a:t>
            </a:r>
          </a:p>
        </p:txBody>
      </p:sp>
      <p:grpSp>
        <p:nvGrpSpPr>
          <p:cNvPr id="2" name="Text2">
            <a:extLst>
              <a:ext uri="{FF2B5EF4-FFF2-40B4-BE49-F238E27FC236}">
                <a16:creationId xmlns:a16="http://schemas.microsoft.com/office/drawing/2014/main" id="{ED92A1D4-BCB5-43CB-CBE9-7B6E56EFF47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0998" y="1915887"/>
            <a:ext cx="2621495" cy="3186043"/>
            <a:chOff x="1208671" y="1659213"/>
            <a:chExt cx="2151201" cy="2614869"/>
          </a:xfrm>
          <a:solidFill>
            <a:schemeClr val="accent1"/>
          </a:solidFill>
        </p:grpSpPr>
        <p:sp>
          <p:nvSpPr>
            <p:cNvPr id="39" name="Oval 24">
              <a:extLst>
                <a:ext uri="{FF2B5EF4-FFF2-40B4-BE49-F238E27FC236}">
                  <a16:creationId xmlns:a16="http://schemas.microsoft.com/office/drawing/2014/main" id="{32DA14A4-2395-4102-F190-47B610ABD98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  <p:sp>
          <p:nvSpPr>
            <p:cNvPr id="44" name="Isosceles Triangle 31">
              <a:extLst>
                <a:ext uri="{FF2B5EF4-FFF2-40B4-BE49-F238E27FC236}">
                  <a16:creationId xmlns:a16="http://schemas.microsoft.com/office/drawing/2014/main" id="{0C85A696-8859-7586-8CEA-427506CE0DA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0800000">
              <a:off x="2007871" y="3719631"/>
              <a:ext cx="552799" cy="554451"/>
            </a:xfrm>
            <a:prstGeom prst="triangle">
              <a:avLst>
                <a:gd name="adj" fmla="val 50000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</p:grpSp>
      <p:grpSp>
        <p:nvGrpSpPr>
          <p:cNvPr id="3" name="Text3">
            <a:extLst>
              <a:ext uri="{FF2B5EF4-FFF2-40B4-BE49-F238E27FC236}">
                <a16:creationId xmlns:a16="http://schemas.microsoft.com/office/drawing/2014/main" id="{CBCA253D-2DBC-EB4C-C29E-875EA513C265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2490270" y="1915886"/>
            <a:ext cx="2621495" cy="3115852"/>
            <a:chOff x="1208671" y="1659213"/>
            <a:chExt cx="2151201" cy="2557262"/>
          </a:xfrm>
          <a:solidFill>
            <a:schemeClr val="accent2"/>
          </a:solidFill>
        </p:grpSpPr>
        <p:sp>
          <p:nvSpPr>
            <p:cNvPr id="37" name="Oval 35">
              <a:extLst>
                <a:ext uri="{FF2B5EF4-FFF2-40B4-BE49-F238E27FC236}">
                  <a16:creationId xmlns:a16="http://schemas.microsoft.com/office/drawing/2014/main" id="{92E58132-CFB0-AF3E-C2EB-F3A4586EB3F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  <p:sp>
          <p:nvSpPr>
            <p:cNvPr id="38" name="Isosceles Triangle 40">
              <a:extLst>
                <a:ext uri="{FF2B5EF4-FFF2-40B4-BE49-F238E27FC236}">
                  <a16:creationId xmlns:a16="http://schemas.microsoft.com/office/drawing/2014/main" id="{238D9FBA-310B-ABE4-FE13-95C441ED814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0800000">
              <a:off x="2007871" y="3662024"/>
              <a:ext cx="552799" cy="554451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</p:grpSp>
      <p:grpSp>
        <p:nvGrpSpPr>
          <p:cNvPr id="4" name="Text4">
            <a:extLst>
              <a:ext uri="{FF2B5EF4-FFF2-40B4-BE49-F238E27FC236}">
                <a16:creationId xmlns:a16="http://schemas.microsoft.com/office/drawing/2014/main" id="{DAAFE2A4-8034-4C4D-5DAF-7F9067BD6B0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4768122" y="1915886"/>
            <a:ext cx="2621495" cy="3115852"/>
            <a:chOff x="1208671" y="1659213"/>
            <a:chExt cx="2151201" cy="2557262"/>
          </a:xfrm>
          <a:solidFill>
            <a:schemeClr val="accent1"/>
          </a:solidFill>
        </p:grpSpPr>
        <p:sp>
          <p:nvSpPr>
            <p:cNvPr id="35" name="Oval 44">
              <a:extLst>
                <a:ext uri="{FF2B5EF4-FFF2-40B4-BE49-F238E27FC236}">
                  <a16:creationId xmlns:a16="http://schemas.microsoft.com/office/drawing/2014/main" id="{48318352-10C9-9B28-A74A-B1F289EDE44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  <p:sp>
          <p:nvSpPr>
            <p:cNvPr id="36" name="Isosceles Triangle 45">
              <a:extLst>
                <a:ext uri="{FF2B5EF4-FFF2-40B4-BE49-F238E27FC236}">
                  <a16:creationId xmlns:a16="http://schemas.microsoft.com/office/drawing/2014/main" id="{C1AFDE3D-CCE6-6287-017E-04E414EE1B5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0800000">
              <a:off x="2007871" y="3662024"/>
              <a:ext cx="552799" cy="554451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</p:grpSp>
      <p:grpSp>
        <p:nvGrpSpPr>
          <p:cNvPr id="5" name="Text5">
            <a:extLst>
              <a:ext uri="{FF2B5EF4-FFF2-40B4-BE49-F238E27FC236}">
                <a16:creationId xmlns:a16="http://schemas.microsoft.com/office/drawing/2014/main" id="{9C833B1B-AFE4-45DF-4662-3A0FAD986224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7084756" y="1915887"/>
            <a:ext cx="2621495" cy="3186043"/>
            <a:chOff x="1208671" y="1659213"/>
            <a:chExt cx="2151201" cy="2614869"/>
          </a:xfrm>
          <a:solidFill>
            <a:schemeClr val="accent2"/>
          </a:solidFill>
        </p:grpSpPr>
        <p:sp>
          <p:nvSpPr>
            <p:cNvPr id="33" name="Oval 49">
              <a:extLst>
                <a:ext uri="{FF2B5EF4-FFF2-40B4-BE49-F238E27FC236}">
                  <a16:creationId xmlns:a16="http://schemas.microsoft.com/office/drawing/2014/main" id="{4AD31612-CE3F-41DB-5568-39F50C77267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  <p:sp>
          <p:nvSpPr>
            <p:cNvPr id="34" name="Isosceles Triangle 50">
              <a:extLst>
                <a:ext uri="{FF2B5EF4-FFF2-40B4-BE49-F238E27FC236}">
                  <a16:creationId xmlns:a16="http://schemas.microsoft.com/office/drawing/2014/main" id="{010079CD-2166-5EC4-6F04-669BC282765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0800000">
              <a:off x="2007871" y="3719631"/>
              <a:ext cx="552799" cy="554451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</p:grpSp>
      <p:sp>
        <p:nvSpPr>
          <p:cNvPr id="31" name="Oval 33-[1]【1】">
            <a:extLst>
              <a:ext uri="{FF2B5EF4-FFF2-40B4-BE49-F238E27FC236}">
                <a16:creationId xmlns:a16="http://schemas.microsoft.com/office/drawing/2014/main" id="{DB9DFE16-48D5-C887-3F26-9BC180FCA375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22266" y="4917700"/>
            <a:ext cx="938958" cy="938814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32" name="Text6">
            <a:extLst>
              <a:ext uri="{FF2B5EF4-FFF2-40B4-BE49-F238E27FC236}">
                <a16:creationId xmlns:a16="http://schemas.microsoft.com/office/drawing/2014/main" id="{EE1D6B47-014F-8B98-BF0F-57098A136088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116161" y="5011581"/>
            <a:ext cx="751167" cy="751052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41-[2]【1】">
            <a:extLst>
              <a:ext uri="{FF2B5EF4-FFF2-40B4-BE49-F238E27FC236}">
                <a16:creationId xmlns:a16="http://schemas.microsoft.com/office/drawing/2014/main" id="{4A8A36E5-E9C7-A8D6-6BA1-E354C1819B7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331538" y="4847509"/>
            <a:ext cx="938958" cy="938814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30" name="Text7">
            <a:extLst>
              <a:ext uri="{FF2B5EF4-FFF2-40B4-BE49-F238E27FC236}">
                <a16:creationId xmlns:a16="http://schemas.microsoft.com/office/drawing/2014/main" id="{222C1867-FF75-1490-6F52-131E0E71FF3D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425433" y="4941390"/>
            <a:ext cx="751167" cy="751052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val 46-[4]【1】">
            <a:extLst>
              <a:ext uri="{FF2B5EF4-FFF2-40B4-BE49-F238E27FC236}">
                <a16:creationId xmlns:a16="http://schemas.microsoft.com/office/drawing/2014/main" id="{62811CF9-8534-BE5E-D382-168F301E0BC5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926023" y="4901965"/>
            <a:ext cx="938958" cy="938814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28" name="Text8">
            <a:extLst>
              <a:ext uri="{FF2B5EF4-FFF2-40B4-BE49-F238E27FC236}">
                <a16:creationId xmlns:a16="http://schemas.microsoft.com/office/drawing/2014/main" id="{36ADF289-63B4-7D53-1AF0-0573ABAC375B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019918" y="4995846"/>
            <a:ext cx="751167" cy="751052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val 52-[3]【1】">
            <a:extLst>
              <a:ext uri="{FF2B5EF4-FFF2-40B4-BE49-F238E27FC236}">
                <a16:creationId xmlns:a16="http://schemas.microsoft.com/office/drawing/2014/main" id="{05D9EFFD-6587-C8B2-8DE0-A86965D0394B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609390" y="4901965"/>
            <a:ext cx="938958" cy="938814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26" name="Text9">
            <a:extLst>
              <a:ext uri="{FF2B5EF4-FFF2-40B4-BE49-F238E27FC236}">
                <a16:creationId xmlns:a16="http://schemas.microsoft.com/office/drawing/2014/main" id="{72F606DA-C6B7-E12F-9FB0-14899B71E8FD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703284" y="4995846"/>
            <a:ext cx="751167" cy="751052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10">
            <a:extLst>
              <a:ext uri="{FF2B5EF4-FFF2-40B4-BE49-F238E27FC236}">
                <a16:creationId xmlns:a16="http://schemas.microsoft.com/office/drawing/2014/main" id="{E9F77A8F-72AE-2A59-1270-98747B60116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24250" y="2686340"/>
            <a:ext cx="1752302" cy="1540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创意展示PPT用于展示设计作品、艺术项目或创新想法。其特点是视觉冲击力强，设计独特，充满创意。</a:t>
            </a:r>
          </a:p>
        </p:txBody>
      </p:sp>
      <p:sp>
        <p:nvSpPr>
          <p:cNvPr id="46" name="Text11">
            <a:extLst>
              <a:ext uri="{FF2B5EF4-FFF2-40B4-BE49-F238E27FC236}">
                <a16:creationId xmlns:a16="http://schemas.microsoft.com/office/drawing/2014/main" id="{4663F12B-0790-AB8E-66B5-82CC638EE6D2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24250" y="2305623"/>
            <a:ext cx="1734990" cy="35225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创意展示特点</a:t>
            </a:r>
          </a:p>
        </p:txBody>
      </p:sp>
      <p:sp>
        <p:nvSpPr>
          <p:cNvPr id="50" name="Text12">
            <a:extLst>
              <a:ext uri="{FF2B5EF4-FFF2-40B4-BE49-F238E27FC236}">
                <a16:creationId xmlns:a16="http://schemas.microsoft.com/office/drawing/2014/main" id="{13098862-8431-6C34-59B7-17B9AFF469C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933521" y="2686340"/>
            <a:ext cx="1752302" cy="1540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创意展示PPT的内容结构包括创意背景、设计过程、成果展示和未来展望。每部分应充满故事性和感染力。</a:t>
            </a:r>
          </a:p>
        </p:txBody>
      </p:sp>
      <p:sp>
        <p:nvSpPr>
          <p:cNvPr id="51" name="Text13">
            <a:extLst>
              <a:ext uri="{FF2B5EF4-FFF2-40B4-BE49-F238E27FC236}">
                <a16:creationId xmlns:a16="http://schemas.microsoft.com/office/drawing/2014/main" id="{10C156AF-25B1-CF22-62CF-3E8D9498928A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2933521" y="2305623"/>
            <a:ext cx="1734990" cy="35225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内容结构</a:t>
            </a:r>
          </a:p>
        </p:txBody>
      </p:sp>
      <p:sp>
        <p:nvSpPr>
          <p:cNvPr id="53" name="Text14">
            <a:extLst>
              <a:ext uri="{FF2B5EF4-FFF2-40B4-BE49-F238E27FC236}">
                <a16:creationId xmlns:a16="http://schemas.microsoft.com/office/drawing/2014/main" id="{1AAD9D4B-F872-EC96-C7AE-D4CDDCE0E00D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5211372" y="2686340"/>
            <a:ext cx="1752302" cy="1540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创意展示PPT的设计应突破常规，使用大胆的配色、独特的布局和动态效果。避免过于保守或传统的设计风格。</a:t>
            </a:r>
          </a:p>
        </p:txBody>
      </p:sp>
      <p:sp>
        <p:nvSpPr>
          <p:cNvPr id="54" name="Text15">
            <a:extLst>
              <a:ext uri="{FF2B5EF4-FFF2-40B4-BE49-F238E27FC236}">
                <a16:creationId xmlns:a16="http://schemas.microsoft.com/office/drawing/2014/main" id="{628D13DC-DCE7-66E0-44CA-D3E0FC553E0D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5211372" y="2305623"/>
            <a:ext cx="1734990" cy="35225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设计要点</a:t>
            </a:r>
          </a:p>
        </p:txBody>
      </p:sp>
      <p:sp>
        <p:nvSpPr>
          <p:cNvPr id="56" name="Text16">
            <a:extLst>
              <a:ext uri="{FF2B5EF4-FFF2-40B4-BE49-F238E27FC236}">
                <a16:creationId xmlns:a16="http://schemas.microsoft.com/office/drawing/2014/main" id="{EA469ABA-AFD1-D8BC-ACD6-88B747CFA304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528008" y="2686340"/>
            <a:ext cx="1752302" cy="1540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创意展示PPT可充分利用多媒体元素，如视频、音频和交互式动画，增强展示的沉浸感和互动性。</a:t>
            </a:r>
          </a:p>
        </p:txBody>
      </p:sp>
      <p:sp>
        <p:nvSpPr>
          <p:cNvPr id="57" name="Text17">
            <a:extLst>
              <a:ext uri="{FF2B5EF4-FFF2-40B4-BE49-F238E27FC236}">
                <a16:creationId xmlns:a16="http://schemas.microsoft.com/office/drawing/2014/main" id="{AC7CA8FB-30CA-75FC-2358-624334A7FC7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7528008" y="2305623"/>
            <a:ext cx="1734990" cy="35225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多媒体应用</a:t>
            </a:r>
          </a:p>
        </p:txBody>
      </p:sp>
      <p:grpSp>
        <p:nvGrpSpPr>
          <p:cNvPr id="13" name="Text18">
            <a:extLst>
              <a:ext uri="{FF2B5EF4-FFF2-40B4-BE49-F238E27FC236}">
                <a16:creationId xmlns:a16="http://schemas.microsoft.com/office/drawing/2014/main" id="{D8239E6A-E4E4-428B-F1EE-D05F4FA58B69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9384083" y="1915886"/>
            <a:ext cx="2621495" cy="3115852"/>
            <a:chOff x="1208671" y="1659213"/>
            <a:chExt cx="2151201" cy="2557262"/>
          </a:xfrm>
          <a:solidFill>
            <a:schemeClr val="accent1"/>
          </a:solidFill>
        </p:grpSpPr>
        <p:sp>
          <p:nvSpPr>
            <p:cNvPr id="14" name="Oval 44">
              <a:extLst>
                <a:ext uri="{FF2B5EF4-FFF2-40B4-BE49-F238E27FC236}">
                  <a16:creationId xmlns:a16="http://schemas.microsoft.com/office/drawing/2014/main" id="{0B083472-EB05-FAFA-ECAE-1B193356ECC8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08671" y="1659213"/>
              <a:ext cx="2151201" cy="2151201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  <p:sp>
          <p:nvSpPr>
            <p:cNvPr id="16" name="Isosceles Triangle 45">
              <a:extLst>
                <a:ext uri="{FF2B5EF4-FFF2-40B4-BE49-F238E27FC236}">
                  <a16:creationId xmlns:a16="http://schemas.microsoft.com/office/drawing/2014/main" id="{83086CE5-32B4-1635-89DA-3B6DCE7652B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rot="10800000">
              <a:off x="2007871" y="3662024"/>
              <a:ext cx="552799" cy="554451"/>
            </a:xfrm>
            <a:prstGeom prst="triangl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576072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1152144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728216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2304288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880360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3456432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4032504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4608576" algn="l" defTabSz="1152144" rtl="0" eaLnBrk="1" latinLnBrk="0" hangingPunct="1">
                <a:defRPr sz="1800"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marL="0" marR="0" lvl="0" indent="0" algn="ctr" defTabSz="1299849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</a:endParaRPr>
            </a:p>
          </p:txBody>
        </p:sp>
      </p:grpSp>
      <p:sp>
        <p:nvSpPr>
          <p:cNvPr id="17" name="Oval 52-[5]【1】">
            <a:extLst>
              <a:ext uri="{FF2B5EF4-FFF2-40B4-BE49-F238E27FC236}">
                <a16:creationId xmlns:a16="http://schemas.microsoft.com/office/drawing/2014/main" id="{33DE5295-C0BF-497C-29FA-0C1391E6A1BC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0225350" y="4901965"/>
            <a:ext cx="938958" cy="938814"/>
          </a:xfrm>
          <a:prstGeom prst="ellips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</a:endParaRPr>
          </a:p>
        </p:txBody>
      </p:sp>
      <p:sp>
        <p:nvSpPr>
          <p:cNvPr id="18" name="Text19">
            <a:extLst>
              <a:ext uri="{FF2B5EF4-FFF2-40B4-BE49-F238E27FC236}">
                <a16:creationId xmlns:a16="http://schemas.microsoft.com/office/drawing/2014/main" id="{98C9DB7F-FCD6-72DC-972A-72740D6D02EB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0319245" y="4995846"/>
            <a:ext cx="751167" cy="751052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576072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115214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728216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2304288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880360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3456432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4032504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4608576" algn="l" defTabSz="1152144" rtl="0" eaLnBrk="1" latinLnBrk="0" hangingPunct="1">
              <a:defRPr sz="18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20">
            <a:extLst>
              <a:ext uri="{FF2B5EF4-FFF2-40B4-BE49-F238E27FC236}">
                <a16:creationId xmlns:a16="http://schemas.microsoft.com/office/drawing/2014/main" id="{19AC0E1A-AE51-42A6-2818-7D106D9F22C4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827333" y="2686340"/>
            <a:ext cx="1752302" cy="15405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通过实际案例演示创意展示PPT的制作技巧。案例可以包括设计作品集、艺术展览和品牌发布会等。</a:t>
            </a:r>
          </a:p>
        </p:txBody>
      </p:sp>
      <p:sp>
        <p:nvSpPr>
          <p:cNvPr id="20" name="Text21">
            <a:extLst>
              <a:ext uri="{FF2B5EF4-FFF2-40B4-BE49-F238E27FC236}">
                <a16:creationId xmlns:a16="http://schemas.microsoft.com/office/drawing/2014/main" id="{176F23B3-1251-D473-D3F7-627EAD1B65CD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9827333" y="2305623"/>
            <a:ext cx="1734990" cy="35225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创意展示案例</a:t>
            </a:r>
          </a:p>
        </p:txBody>
      </p:sp>
      <p:sp>
        <p:nvSpPr>
          <p:cNvPr id="9" name="Text22">
            <a:extLst>
              <a:ext uri="{FF2B5EF4-FFF2-40B4-BE49-F238E27FC236}">
                <a16:creationId xmlns:a16="http://schemas.microsoft.com/office/drawing/2014/main" id="{DD3D8DDE-58B7-EF06-DD7D-863D7BA12437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152277" y="5140886"/>
            <a:ext cx="678934" cy="4924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0" name="Text23">
            <a:extLst>
              <a:ext uri="{FF2B5EF4-FFF2-40B4-BE49-F238E27FC236}">
                <a16:creationId xmlns:a16="http://schemas.microsoft.com/office/drawing/2014/main" id="{AE1900C6-C0F3-6605-8428-F5419B301D9A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3461549" y="5070695"/>
            <a:ext cx="678934" cy="4924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11" name="Text24">
            <a:extLst>
              <a:ext uri="{FF2B5EF4-FFF2-40B4-BE49-F238E27FC236}">
                <a16:creationId xmlns:a16="http://schemas.microsoft.com/office/drawing/2014/main" id="{2A1198C6-DE70-C785-D2E8-386D3C034E4F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5739400" y="5125151"/>
            <a:ext cx="678934" cy="4924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21" name="Text25">
            <a:extLst>
              <a:ext uri="{FF2B5EF4-FFF2-40B4-BE49-F238E27FC236}">
                <a16:creationId xmlns:a16="http://schemas.microsoft.com/office/drawing/2014/main" id="{5CBCA40B-F0C8-D2D5-9531-6ADB0264C3C7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8056034" y="5125151"/>
            <a:ext cx="678934" cy="4924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22" name="Text26">
            <a:extLst>
              <a:ext uri="{FF2B5EF4-FFF2-40B4-BE49-F238E27FC236}">
                <a16:creationId xmlns:a16="http://schemas.microsoft.com/office/drawing/2014/main" id="{51A92ACF-B67F-7DA3-8B5F-D2CADBFCF407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0355361" y="5125151"/>
            <a:ext cx="678934" cy="4924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99849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</a:p>
        </p:txBody>
      </p:sp>
    </p:spTree>
    <p:custDataLst>
      <p:custData r:id="rId44"/>
      <p:tags r:id="rId45"/>
    </p:custDataLst>
    <p:extLst>
      <p:ext uri="{BB962C8B-B14F-4D97-AF65-F5344CB8AC3E}">
        <p14:creationId val="903289761"/>
      </p:ext>
    </p:extLst>
  </p:cSld>
  <p:clrMapOvr>
    <a:masterClrMapping/>
  </p:clrMapOvr>
</p:sld>
</file>

<file path=ppt/slides/slide16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chapter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1">
            <a:extLst>
              <a:ext uri="{FF2B5EF4-FFF2-40B4-BE49-F238E27FC236}">
                <a16:creationId xmlns:a16="http://schemas.microsoft.com/office/drawing/2014/main" id="{8DBE7B01-845F-5CA3-D22B-C14CF880A8F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89280" y="3141980"/>
            <a:ext cx="11013440" cy="1357630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0" b="1" kern="1200" spc="-150">
                <a:solidFill>
                  <a:srgbClr val="8034FF"/>
                </a:solidFill>
                <a:latin typeface="Avenir LT Pro 65 Medium" panose="020b0603020203020204" pitchFamily="34" charset="0"/>
                <a:ea typeface="Inter Medium" panose="020b05020300000000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000" spc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字体圈欣意冠黑体" panose="00000500000000000000" charset="-122"/>
                <a:sym typeface="+mn-lt"/>
              </a:rPr>
              <a:t>PPT优化与总结</a:t>
            </a:r>
          </a:p>
        </p:txBody>
      </p:sp>
      <p:sp>
        <p:nvSpPr>
          <p:cNvPr id="4" name="Text2">
            <a:extLst>
              <a:ext uri="{FF2B5EF4-FFF2-40B4-BE49-F238E27FC236}">
                <a16:creationId xmlns:a16="http://schemas.microsoft.com/office/drawing/2014/main" id="{C0F08E87-2A8C-0F33-3B01-79ADEA152D2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89280" y="4617085"/>
            <a:ext cx="11013440" cy="117665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PPT optimization and summary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8515496-85C3-74F3-EC7B-C1A3648016D6}"/>
              </a:ext>
            </a:extLst>
          </p:cNvPr>
          <p:cNvSpPr/>
          <p:nvPr/>
        </p:nvSpPr>
        <p:spPr>
          <a:xfrm>
            <a:off x="5205095" y="1340485"/>
            <a:ext cx="1721485" cy="1721485"/>
          </a:xfrm>
          <a:prstGeom prst="ellipse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Text3">
            <a:extLst>
              <a:ext uri="{FF2B5EF4-FFF2-40B4-BE49-F238E27FC236}">
                <a16:creationId xmlns:a16="http://schemas.microsoft.com/office/drawing/2014/main" id="{A631956A-1220-4EDA-3A88-5A055155BD5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205095" y="1314450"/>
            <a:ext cx="1782445" cy="17037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</p:spTree>
    <p:custDataLst>
      <p:custData r:id="rId6"/>
      <p:tags r:id="rId7"/>
    </p:custDataLst>
  </p:cSld>
  <p:clrMapOvr>
    <a:masterClrMapping/>
  </p:clrMapOvr>
</p:sld>
</file>

<file path=ppt/slides/slide17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9" name="任意多边形 28-【1】">
            <a:extLst>
              <a:ext uri="{FF2B5EF4-FFF2-40B4-BE49-F238E27FC236}">
                <a16:creationId xmlns:a16="http://schemas.microsoft.com/office/drawing/2014/main" id="{BE4D1934-606F-7303-83CE-C7C1C8F056E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60097" y="1"/>
            <a:ext cx="11471806" cy="2145447"/>
          </a:xfrm>
          <a:custGeom>
            <a:gdLst>
              <a:gd name="connsiteX0" fmla="*/ 0 w 11471806"/>
              <a:gd name="connsiteY0" fmla="*/ 0 h 2145447"/>
              <a:gd name="connsiteX1" fmla="*/ 11471806 w 11471806"/>
              <a:gd name="connsiteY1" fmla="*/ 0 h 2145447"/>
              <a:gd name="connsiteX2" fmla="*/ 11352849 w 11471806"/>
              <a:gd name="connsiteY2" fmla="*/ 172251 h 2145447"/>
              <a:gd name="connsiteX3" fmla="*/ 5735903 w 11471806"/>
              <a:gd name="connsiteY3" fmla="*/ 2145447 h 2145447"/>
              <a:gd name="connsiteX4" fmla="*/ 118957 w 11471806"/>
              <a:gd name="connsiteY4" fmla="*/ 172251 h 214544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71806" h="2145447">
                <a:moveTo>
                  <a:pt x="0" y="0"/>
                </a:moveTo>
                <a:lnTo>
                  <a:pt x="11471806" y="0"/>
                </a:lnTo>
                <a:lnTo>
                  <a:pt x="11352849" y="172251"/>
                </a:lnTo>
                <a:cubicBezTo>
                  <a:pt x="10427426" y="1331816"/>
                  <a:pt x="8260949" y="2145447"/>
                  <a:pt x="5735903" y="2145447"/>
                </a:cubicBezTo>
                <a:cubicBezTo>
                  <a:pt x="3210857" y="2145447"/>
                  <a:pt x="1044380" y="1331816"/>
                  <a:pt x="118957" y="1722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Text1">
            <a:extLst>
              <a:ext uri="{FF2B5EF4-FFF2-40B4-BE49-F238E27FC236}">
                <a16:creationId xmlns:a16="http://schemas.microsoft.com/office/drawing/2014/main" id="{C43C7F1E-8BEC-79CE-E803-257C67C0C54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304355" y="223083"/>
            <a:ext cx="7588095" cy="1143262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PPT优化技巧</a:t>
            </a:r>
          </a:p>
        </p:txBody>
      </p:sp>
      <p:sp>
        <p:nvSpPr>
          <p:cNvPr id="4" name="Text2">
            <a:extLst>
              <a:ext uri="{FF2B5EF4-FFF2-40B4-BE49-F238E27FC236}">
                <a16:creationId xmlns:a16="http://schemas.microsoft.com/office/drawing/2014/main" id="{D19891D9-D9B4-580E-CA20-D07DAF6F548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27868" y="2437268"/>
            <a:ext cx="1210588" cy="1015663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kumimoji="0" lang="zh-CN" altLang="zh-CN" sz="6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3">
            <a:extLst>
              <a:ext uri="{FF2B5EF4-FFF2-40B4-BE49-F238E27FC236}">
                <a16:creationId xmlns:a16="http://schemas.microsoft.com/office/drawing/2014/main" id="{0772C53E-10DF-0929-CE91-6B7F22BC8F1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54617" y="3452931"/>
            <a:ext cx="2578353" cy="486226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内容优化</a:t>
            </a:r>
          </a:p>
        </p:txBody>
      </p:sp>
      <p:sp>
        <p:nvSpPr>
          <p:cNvPr id="7" name="Text4">
            <a:extLst>
              <a:ext uri="{FF2B5EF4-FFF2-40B4-BE49-F238E27FC236}">
                <a16:creationId xmlns:a16="http://schemas.microsoft.com/office/drawing/2014/main" id="{AD5B130E-BB34-A9DF-7F75-6521DC04451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356088" y="3452931"/>
            <a:ext cx="2578353" cy="486226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设计优化</a:t>
            </a:r>
          </a:p>
        </p:txBody>
      </p:sp>
      <p:sp>
        <p:nvSpPr>
          <p:cNvPr id="9" name="Text5">
            <a:extLst>
              <a:ext uri="{FF2B5EF4-FFF2-40B4-BE49-F238E27FC236}">
                <a16:creationId xmlns:a16="http://schemas.microsoft.com/office/drawing/2014/main" id="{683BD5FD-8925-A83A-D3F1-8832203E09D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257559" y="3452931"/>
            <a:ext cx="2578353" cy="486226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技术优化</a:t>
            </a:r>
          </a:p>
        </p:txBody>
      </p:sp>
      <p:sp>
        <p:nvSpPr>
          <p:cNvPr id="11" name="Text6">
            <a:extLst>
              <a:ext uri="{FF2B5EF4-FFF2-40B4-BE49-F238E27FC236}">
                <a16:creationId xmlns:a16="http://schemas.microsoft.com/office/drawing/2014/main" id="{5CB03742-6DE0-8282-C320-94A0EFA8A54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159030" y="3452931"/>
            <a:ext cx="2578353" cy="486226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反馈与迭代</a:t>
            </a:r>
          </a:p>
        </p:txBody>
      </p:sp>
      <p:sp>
        <p:nvSpPr>
          <p:cNvPr id="12" name="Text7">
            <a:extLst>
              <a:ext uri="{FF2B5EF4-FFF2-40B4-BE49-F238E27FC236}">
                <a16:creationId xmlns:a16="http://schemas.microsoft.com/office/drawing/2014/main" id="{0EBC4F6A-A6BC-AE4C-B950-0B43BD77842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019348" y="2437268"/>
            <a:ext cx="1210588" cy="1015663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zh-CN" altLang="zh-CN" sz="6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8">
            <a:extLst>
              <a:ext uri="{FF2B5EF4-FFF2-40B4-BE49-F238E27FC236}">
                <a16:creationId xmlns:a16="http://schemas.microsoft.com/office/drawing/2014/main" id="{FAAE9E42-265A-8A0C-F177-8685DB28E40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932317" y="2437268"/>
            <a:ext cx="1210588" cy="1015663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kumimoji="0" lang="zh-CN" altLang="zh-CN" sz="6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9">
            <a:extLst>
              <a:ext uri="{FF2B5EF4-FFF2-40B4-BE49-F238E27FC236}">
                <a16:creationId xmlns:a16="http://schemas.microsoft.com/office/drawing/2014/main" id="{0F212EA2-36DA-4844-C811-10DC38A464D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841314" y="2437268"/>
            <a:ext cx="1210588" cy="1015663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kumimoji="0" lang="zh-CN" altLang="zh-CN" sz="6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Text10">
            <a:extLst>
              <a:ext uri="{FF2B5EF4-FFF2-40B4-BE49-F238E27FC236}">
                <a16:creationId xmlns:a16="http://schemas.microsoft.com/office/drawing/2014/main" id="{D531BB4A-8C1D-EF64-B61B-0E41C0BA5C1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4617" y="4025274"/>
            <a:ext cx="2581550" cy="202965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优化PPT内容，确保信息简洁明了，逻辑连贯。删除冗余信息，突出重点，提升演示的效率和效果。</a:t>
            </a:r>
          </a:p>
        </p:txBody>
      </p:sp>
      <p:sp>
        <p:nvSpPr>
          <p:cNvPr id="33" name="Text11">
            <a:extLst>
              <a:ext uri="{FF2B5EF4-FFF2-40B4-BE49-F238E27FC236}">
                <a16:creationId xmlns:a16="http://schemas.microsoft.com/office/drawing/2014/main" id="{48DE0FB6-2D79-B54D-42FC-B5D4E62A910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333867" y="4025274"/>
            <a:ext cx="2581550" cy="202965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优化PPT设计，确保视觉元素协调统一。调整字体大小、颜色对比和布局间距，提升可读性和美观度。</a:t>
            </a:r>
          </a:p>
        </p:txBody>
      </p:sp>
      <p:sp>
        <p:nvSpPr>
          <p:cNvPr id="34" name="Text12">
            <a:extLst>
              <a:ext uri="{FF2B5EF4-FFF2-40B4-BE49-F238E27FC236}">
                <a16:creationId xmlns:a16="http://schemas.microsoft.com/office/drawing/2014/main" id="{ADB0A98B-96FC-2CCE-0D4B-C6E2AD4AD12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245614" y="4025274"/>
            <a:ext cx="2581550" cy="202965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优化PPT的技术细节，如文件大小、兼容性和播放流畅性。确保PPT在不同设备和环境下都能正常演示。</a:t>
            </a:r>
          </a:p>
        </p:txBody>
      </p:sp>
      <p:sp>
        <p:nvSpPr>
          <p:cNvPr id="35" name="Text13">
            <a:extLst>
              <a:ext uri="{FF2B5EF4-FFF2-40B4-BE49-F238E27FC236}">
                <a16:creationId xmlns:a16="http://schemas.microsoft.com/office/drawing/2014/main" id="{2CBB8455-06B1-D4E6-87FD-9BF95C822B1B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155833" y="4025274"/>
            <a:ext cx="2581550" cy="202965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565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通过观众反馈和自我评估，不断迭代优化PPT。持续改进是提升PPT技能的关键，每次演示后都应总结经验教训。</a:t>
            </a:r>
          </a:p>
        </p:txBody>
      </p:sp>
      <p:sp>
        <p:nvSpPr>
          <p:cNvPr id="37" name="图形2-【1】">
            <a:extLst>
              <a:ext uri="{FF2B5EF4-FFF2-40B4-BE49-F238E27FC236}">
                <a16:creationId xmlns:a16="http://schemas.microsoft.com/office/drawing/2014/main" id="{605312BF-F4A3-944D-6909-91FD382E35D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0" y="5899346"/>
            <a:ext cx="12192000" cy="958654"/>
          </a:xfrm>
          <a:custGeom>
            <a:gdLst>
              <a:gd name="connsiteX0" fmla="*/ 0 w 12192000"/>
              <a:gd name="connsiteY0" fmla="*/ 0 h 3563982"/>
              <a:gd name="connsiteX1" fmla="*/ 21223 w 12192000"/>
              <a:gd name="connsiteY1" fmla="*/ 27596 h 3563982"/>
              <a:gd name="connsiteX2" fmla="*/ 6096000 w 12192000"/>
              <a:gd name="connsiteY2" fmla="*/ 3055905 h 3563982"/>
              <a:gd name="connsiteX3" fmla="*/ 12170777 w 12192000"/>
              <a:gd name="connsiteY3" fmla="*/ 27596 h 3563982"/>
              <a:gd name="connsiteX4" fmla="*/ 12192000 w 12192000"/>
              <a:gd name="connsiteY4" fmla="*/ 0 h 3563982"/>
              <a:gd name="connsiteX5" fmla="*/ 12192000 w 12192000"/>
              <a:gd name="connsiteY5" fmla="*/ 3563982 h 3563982"/>
              <a:gd name="connsiteX6" fmla="*/ 0 w 12192000"/>
              <a:gd name="connsiteY6" fmla="*/ 3563982 h 3563982"/>
            </a:gdLst>
            <a:rect l="l" t="t" r="r" b="b"/>
            <a:pathLst>
              <a:path w="12192000" h="3563981">
                <a:moveTo>
                  <a:pt x="0" y="0"/>
                </a:moveTo>
                <a:lnTo>
                  <a:pt x="21223" y="27596"/>
                </a:lnTo>
                <a:cubicBezTo>
                  <a:pt x="1522464" y="1887950"/>
                  <a:pt x="3688133" y="3055905"/>
                  <a:pt x="6096000" y="3055905"/>
                </a:cubicBezTo>
                <a:cubicBezTo>
                  <a:pt x="8503868" y="3055905"/>
                  <a:pt x="10669536" y="1887950"/>
                  <a:pt x="12170777" y="27596"/>
                </a:cubicBezTo>
                <a:lnTo>
                  <a:pt x="12192000" y="0"/>
                </a:lnTo>
                <a:lnTo>
                  <a:pt x="12192000" y="3563982"/>
                </a:lnTo>
                <a:lnTo>
                  <a:pt x="0" y="3563982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8" name="图形1-【1】">
            <a:extLst>
              <a:ext uri="{FF2B5EF4-FFF2-40B4-BE49-F238E27FC236}">
                <a16:creationId xmlns:a16="http://schemas.microsoft.com/office/drawing/2014/main" id="{070C2760-F6CE-EFCD-8022-5010BCE3D269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0" y="6188758"/>
            <a:ext cx="12192000" cy="669242"/>
          </a:xfrm>
          <a:custGeom>
            <a:gdLst>
              <a:gd name="connsiteX0" fmla="*/ 0 w 12192000"/>
              <a:gd name="connsiteY0" fmla="*/ 0 h 2488036"/>
              <a:gd name="connsiteX1" fmla="*/ 21223 w 12192000"/>
              <a:gd name="connsiteY1" fmla="*/ 18287 h 2488036"/>
              <a:gd name="connsiteX2" fmla="*/ 6096000 w 12192000"/>
              <a:gd name="connsiteY2" fmla="*/ 2025118 h 2488036"/>
              <a:gd name="connsiteX3" fmla="*/ 12170777 w 12192000"/>
              <a:gd name="connsiteY3" fmla="*/ 18287 h 2488036"/>
              <a:gd name="connsiteX4" fmla="*/ 12192000 w 12192000"/>
              <a:gd name="connsiteY4" fmla="*/ 0 h 2488036"/>
              <a:gd name="connsiteX5" fmla="*/ 12192000 w 12192000"/>
              <a:gd name="connsiteY5" fmla="*/ 2488036 h 2488036"/>
              <a:gd name="connsiteX6" fmla="*/ 0 w 12192000"/>
              <a:gd name="connsiteY6" fmla="*/ 2488036 h 2488036"/>
            </a:gdLst>
            <a:rect l="l" t="t" r="r" b="b"/>
            <a:pathLst>
              <a:path w="12192000" h="2488036">
                <a:moveTo>
                  <a:pt x="0" y="0"/>
                </a:moveTo>
                <a:lnTo>
                  <a:pt x="21223" y="18287"/>
                </a:lnTo>
                <a:cubicBezTo>
                  <a:pt x="1522464" y="1251126"/>
                  <a:pt x="3688133" y="2025118"/>
                  <a:pt x="6096000" y="2025118"/>
                </a:cubicBezTo>
                <a:cubicBezTo>
                  <a:pt x="8503868" y="2025118"/>
                  <a:pt x="10669536" y="1251126"/>
                  <a:pt x="12170777" y="18287"/>
                </a:cubicBezTo>
                <a:lnTo>
                  <a:pt x="12192000" y="0"/>
                </a:lnTo>
                <a:lnTo>
                  <a:pt x="12192000" y="2488036"/>
                </a:lnTo>
                <a:lnTo>
                  <a:pt x="0" y="248803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3175" cap="sq">
            <a:solidFill>
              <a:schemeClr val="accent1">
                <a:lumMod val="20000"/>
                <a:lumOff val="80000"/>
              </a:schemeClr>
            </a:solidFill>
            <a:miter/>
          </a:ln>
          <a:effectLst>
            <a:outerShdw blurRad="368300" dist="38100" dir="16200000" rotWithShape="0">
              <a:schemeClr val="accent1">
                <a:alpha val="26000"/>
              </a:schemeClr>
            </a:outerShdw>
          </a:effectLst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  <p:custDataLst>
      <p:custData r:id="rId19"/>
      <p:tags r:id="rId20"/>
    </p:custDataLst>
    <p:extLst>
      <p:ext uri="{BB962C8B-B14F-4D97-AF65-F5344CB8AC3E}">
        <p14:creationId val="463832363"/>
      </p:ext>
    </p:extLst>
  </p:cSld>
  <p:clrMapOvr>
    <a:masterClrMapping/>
  </p:clrMapOvr>
</p:sld>
</file>

<file path=ppt/slides/slide18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mult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4" name="Shape1">
            <a:extLst>
              <a:ext uri="{FF2B5EF4-FFF2-40B4-BE49-F238E27FC236}">
                <a16:creationId xmlns:a16="http://schemas.microsoft.com/office/drawing/2014/main" id="{1DA3E550-FE73-26C9-5B16-CD510E4B0E97}"/>
              </a:ext>
            </a:extLst>
          </p:cNvPr>
          <p:cNvCxnSpPr>
            <a:stCxn id="11" idx="5"/>
            <a:endCxn id="14" idx="1"/>
          </p:cNvCxnSpPr>
          <p:nvPr>
            <p:custDataLst>
              <p:tags r:id="rId3"/>
            </p:custDataLst>
          </p:nvPr>
        </p:nvCxnSpPr>
        <p:spPr>
          <a:xfrm>
            <a:off x="2218980" y="2884008"/>
            <a:ext cx="2453233" cy="1685979"/>
          </a:xfrm>
          <a:prstGeom prst="line">
            <a:avLst/>
          </a:prstGeom>
          <a:ln w="31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hape2">
            <a:extLst>
              <a:ext uri="{FF2B5EF4-FFF2-40B4-BE49-F238E27FC236}">
                <a16:creationId xmlns:a16="http://schemas.microsoft.com/office/drawing/2014/main" id="{5151CC8D-C321-F580-B35A-8726437385B4}"/>
              </a:ext>
            </a:extLst>
          </p:cNvPr>
          <p:cNvCxnSpPr>
            <a:stCxn id="14" idx="7"/>
            <a:endCxn id="17" idx="3"/>
          </p:cNvCxnSpPr>
          <p:nvPr>
            <p:custDataLst>
              <p:tags r:id="rId4"/>
            </p:custDataLst>
          </p:nvPr>
        </p:nvCxnSpPr>
        <p:spPr>
          <a:xfrm flipV="1">
            <a:off x="5385350" y="3309572"/>
            <a:ext cx="483938" cy="1260415"/>
          </a:xfrm>
          <a:prstGeom prst="line">
            <a:avLst/>
          </a:prstGeom>
          <a:ln w="31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hape3">
            <a:extLst>
              <a:ext uri="{FF2B5EF4-FFF2-40B4-BE49-F238E27FC236}">
                <a16:creationId xmlns:a16="http://schemas.microsoft.com/office/drawing/2014/main" id="{964AEF5C-EC29-DE57-6B79-3F6D8BA5E4CA}"/>
              </a:ext>
            </a:extLst>
          </p:cNvPr>
          <p:cNvCxnSpPr>
            <a:stCxn id="17" idx="7"/>
            <a:endCxn id="8" idx="2"/>
          </p:cNvCxnSpPr>
          <p:nvPr>
            <p:custDataLst>
              <p:tags r:id="rId5"/>
            </p:custDataLst>
          </p:nvPr>
        </p:nvCxnSpPr>
        <p:spPr>
          <a:xfrm flipV="1">
            <a:off x="6327494" y="2270154"/>
            <a:ext cx="2338012" cy="581212"/>
          </a:xfrm>
          <a:prstGeom prst="line">
            <a:avLst/>
          </a:prstGeom>
          <a:ln w="3175">
            <a:solidFill>
              <a:schemeClr val="accent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4">
            <a:extLst>
              <a:ext uri="{FF2B5EF4-FFF2-40B4-BE49-F238E27FC236}">
                <a16:creationId xmlns:a16="http://schemas.microsoft.com/office/drawing/2014/main" id="{A613541B-398A-D789-D5FB-6083632D9A4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665506" y="1748154"/>
            <a:ext cx="1044000" cy="1044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9" name="Shape5">
            <a:extLst>
              <a:ext uri="{FF2B5EF4-FFF2-40B4-BE49-F238E27FC236}">
                <a16:creationId xmlns:a16="http://schemas.microsoft.com/office/drawing/2014/main" id="{C4D2C4F6-33AE-BA4C-26B9-027447F8B695}"/>
              </a:ext>
            </a:extLst>
          </p:cNvPr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8853041" y="1917163"/>
            <a:ext cx="671960" cy="674918"/>
          </a:xfrm>
          <a:custGeom>
            <a:gdLst>
              <a:gd name="T0" fmla="*/ 96 w 192"/>
              <a:gd name="T1" fmla="*/ 0 h 192"/>
              <a:gd name="T2" fmla="*/ 0 w 192"/>
              <a:gd name="T3" fmla="*/ 96 h 192"/>
              <a:gd name="T4" fmla="*/ 96 w 192"/>
              <a:gd name="T5" fmla="*/ 192 h 192"/>
              <a:gd name="T6" fmla="*/ 192 w 192"/>
              <a:gd name="T7" fmla="*/ 96 h 192"/>
              <a:gd name="T8" fmla="*/ 96 w 192"/>
              <a:gd name="T9" fmla="*/ 0 h 192"/>
              <a:gd name="T10" fmla="*/ 96 w 192"/>
              <a:gd name="T11" fmla="*/ 8 h 192"/>
              <a:gd name="T12" fmla="*/ 184 w 192"/>
              <a:gd name="T13" fmla="*/ 96 h 192"/>
              <a:gd name="T14" fmla="*/ 164 w 192"/>
              <a:gd name="T15" fmla="*/ 152 h 192"/>
              <a:gd name="T16" fmla="*/ 122 w 192"/>
              <a:gd name="T17" fmla="*/ 137 h 192"/>
              <a:gd name="T18" fmla="*/ 121 w 192"/>
              <a:gd name="T19" fmla="*/ 132 h 192"/>
              <a:gd name="T20" fmla="*/ 124 w 192"/>
              <a:gd name="T21" fmla="*/ 121 h 192"/>
              <a:gd name="T22" fmla="*/ 128 w 192"/>
              <a:gd name="T23" fmla="*/ 107 h 192"/>
              <a:gd name="T24" fmla="*/ 134 w 192"/>
              <a:gd name="T25" fmla="*/ 92 h 192"/>
              <a:gd name="T26" fmla="*/ 134 w 192"/>
              <a:gd name="T27" fmla="*/ 79 h 192"/>
              <a:gd name="T28" fmla="*/ 134 w 192"/>
              <a:gd name="T29" fmla="*/ 78 h 192"/>
              <a:gd name="T30" fmla="*/ 135 w 192"/>
              <a:gd name="T31" fmla="*/ 60 h 192"/>
              <a:gd name="T32" fmla="*/ 128 w 192"/>
              <a:gd name="T33" fmla="*/ 36 h 192"/>
              <a:gd name="T34" fmla="*/ 101 w 192"/>
              <a:gd name="T35" fmla="*/ 24 h 192"/>
              <a:gd name="T36" fmla="*/ 93 w 192"/>
              <a:gd name="T37" fmla="*/ 24 h 192"/>
              <a:gd name="T38" fmla="*/ 66 w 192"/>
              <a:gd name="T39" fmla="*/ 36 h 192"/>
              <a:gd name="T40" fmla="*/ 59 w 192"/>
              <a:gd name="T41" fmla="*/ 60 h 192"/>
              <a:gd name="T42" fmla="*/ 61 w 192"/>
              <a:gd name="T43" fmla="*/ 78 h 192"/>
              <a:gd name="T44" fmla="*/ 60 w 192"/>
              <a:gd name="T45" fmla="*/ 79 h 192"/>
              <a:gd name="T46" fmla="*/ 60 w 192"/>
              <a:gd name="T47" fmla="*/ 92 h 192"/>
              <a:gd name="T48" fmla="*/ 67 w 192"/>
              <a:gd name="T49" fmla="*/ 107 h 192"/>
              <a:gd name="T50" fmla="*/ 71 w 192"/>
              <a:gd name="T51" fmla="*/ 121 h 192"/>
              <a:gd name="T52" fmla="*/ 73 w 192"/>
              <a:gd name="T53" fmla="*/ 132 h 192"/>
              <a:gd name="T54" fmla="*/ 71 w 192"/>
              <a:gd name="T55" fmla="*/ 137 h 192"/>
              <a:gd name="T56" fmla="*/ 29 w 192"/>
              <a:gd name="T57" fmla="*/ 152 h 192"/>
              <a:gd name="T58" fmla="*/ 8 w 192"/>
              <a:gd name="T59" fmla="*/ 96 h 192"/>
              <a:gd name="T60" fmla="*/ 96 w 192"/>
              <a:gd name="T61" fmla="*/ 8 h 192"/>
              <a:gd name="T62" fmla="*/ 35 w 192"/>
              <a:gd name="T63" fmla="*/ 159 h 192"/>
              <a:gd name="T64" fmla="*/ 74 w 192"/>
              <a:gd name="T65" fmla="*/ 145 h 192"/>
              <a:gd name="T66" fmla="*/ 81 w 192"/>
              <a:gd name="T67" fmla="*/ 132 h 192"/>
              <a:gd name="T68" fmla="*/ 78 w 192"/>
              <a:gd name="T69" fmla="*/ 118 h 192"/>
              <a:gd name="T70" fmla="*/ 74 w 192"/>
              <a:gd name="T71" fmla="*/ 105 h 192"/>
              <a:gd name="T72" fmla="*/ 73 w 192"/>
              <a:gd name="T73" fmla="*/ 102 h 192"/>
              <a:gd name="T74" fmla="*/ 68 w 192"/>
              <a:gd name="T75" fmla="*/ 90 h 192"/>
              <a:gd name="T76" fmla="*/ 68 w 192"/>
              <a:gd name="T77" fmla="*/ 82 h 192"/>
              <a:gd name="T78" fmla="*/ 69 w 192"/>
              <a:gd name="T79" fmla="*/ 80 h 192"/>
              <a:gd name="T80" fmla="*/ 67 w 192"/>
              <a:gd name="T81" fmla="*/ 59 h 192"/>
              <a:gd name="T82" fmla="*/ 73 w 192"/>
              <a:gd name="T83" fmla="*/ 41 h 192"/>
              <a:gd name="T84" fmla="*/ 93 w 192"/>
              <a:gd name="T85" fmla="*/ 32 h 192"/>
              <a:gd name="T86" fmla="*/ 101 w 192"/>
              <a:gd name="T87" fmla="*/ 32 h 192"/>
              <a:gd name="T88" fmla="*/ 122 w 192"/>
              <a:gd name="T89" fmla="*/ 41 h 192"/>
              <a:gd name="T90" fmla="*/ 127 w 192"/>
              <a:gd name="T91" fmla="*/ 59 h 192"/>
              <a:gd name="T92" fmla="*/ 126 w 192"/>
              <a:gd name="T93" fmla="*/ 80 h 192"/>
              <a:gd name="T94" fmla="*/ 126 w 192"/>
              <a:gd name="T95" fmla="*/ 82 h 192"/>
              <a:gd name="T96" fmla="*/ 126 w 192"/>
              <a:gd name="T97" fmla="*/ 90 h 192"/>
              <a:gd name="T98" fmla="*/ 121 w 192"/>
              <a:gd name="T99" fmla="*/ 102 h 192"/>
              <a:gd name="T100" fmla="*/ 120 w 192"/>
              <a:gd name="T101" fmla="*/ 105 h 192"/>
              <a:gd name="T102" fmla="*/ 116 w 192"/>
              <a:gd name="T103" fmla="*/ 118 h 192"/>
              <a:gd name="T104" fmla="*/ 113 w 192"/>
              <a:gd name="T105" fmla="*/ 132 h 192"/>
              <a:gd name="T106" fmla="*/ 119 w 192"/>
              <a:gd name="T107" fmla="*/ 145 h 192"/>
              <a:gd name="T108" fmla="*/ 158 w 192"/>
              <a:gd name="T109" fmla="*/ 158 h 192"/>
              <a:gd name="T110" fmla="*/ 96 w 192"/>
              <a:gd name="T111" fmla="*/ 184 h 192"/>
              <a:gd name="T112" fmla="*/ 35 w 192"/>
              <a:gd name="T113" fmla="*/ 159 h 192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92" h="192">
                <a:moveTo>
                  <a:pt x="96" y="0"/>
                </a:moveTo>
                <a:cubicBezTo>
                  <a:pt x="43" y="0"/>
                  <a:pt x="0" y="43"/>
                  <a:pt x="0" y="96"/>
                </a:cubicBezTo>
                <a:cubicBezTo>
                  <a:pt x="0" y="149"/>
                  <a:pt x="43" y="192"/>
                  <a:pt x="96" y="192"/>
                </a:cubicBezTo>
                <a:cubicBezTo>
                  <a:pt x="149" y="192"/>
                  <a:pt x="192" y="149"/>
                  <a:pt x="192" y="96"/>
                </a:cubicBezTo>
                <a:cubicBezTo>
                  <a:pt x="192" y="43"/>
                  <a:pt x="149" y="0"/>
                  <a:pt x="96" y="0"/>
                </a:cubicBezTo>
                <a:close/>
                <a:moveTo>
                  <a:pt x="96" y="8"/>
                </a:moveTo>
                <a:cubicBezTo>
                  <a:pt x="145" y="8"/>
                  <a:pt x="184" y="47"/>
                  <a:pt x="184" y="96"/>
                </a:cubicBezTo>
                <a:cubicBezTo>
                  <a:pt x="184" y="117"/>
                  <a:pt x="177" y="137"/>
                  <a:pt x="164" y="152"/>
                </a:cubicBezTo>
                <a:cubicBezTo>
                  <a:pt x="155" y="148"/>
                  <a:pt x="135" y="141"/>
                  <a:pt x="122" y="137"/>
                </a:cubicBezTo>
                <a:cubicBezTo>
                  <a:pt x="121" y="137"/>
                  <a:pt x="121" y="137"/>
                  <a:pt x="121" y="132"/>
                </a:cubicBezTo>
                <a:cubicBezTo>
                  <a:pt x="121" y="128"/>
                  <a:pt x="122" y="125"/>
                  <a:pt x="124" y="121"/>
                </a:cubicBezTo>
                <a:cubicBezTo>
                  <a:pt x="125" y="118"/>
                  <a:pt x="127" y="112"/>
                  <a:pt x="128" y="107"/>
                </a:cubicBezTo>
                <a:cubicBezTo>
                  <a:pt x="130" y="105"/>
                  <a:pt x="132" y="100"/>
                  <a:pt x="134" y="92"/>
                </a:cubicBezTo>
                <a:cubicBezTo>
                  <a:pt x="136" y="84"/>
                  <a:pt x="135" y="81"/>
                  <a:pt x="134" y="79"/>
                </a:cubicBezTo>
                <a:cubicBezTo>
                  <a:pt x="134" y="79"/>
                  <a:pt x="134" y="78"/>
                  <a:pt x="134" y="78"/>
                </a:cubicBezTo>
                <a:cubicBezTo>
                  <a:pt x="133" y="76"/>
                  <a:pt x="134" y="67"/>
                  <a:pt x="135" y="60"/>
                </a:cubicBezTo>
                <a:cubicBezTo>
                  <a:pt x="136" y="55"/>
                  <a:pt x="135" y="45"/>
                  <a:pt x="128" y="36"/>
                </a:cubicBezTo>
                <a:cubicBezTo>
                  <a:pt x="124" y="31"/>
                  <a:pt x="116" y="24"/>
                  <a:pt x="101" y="24"/>
                </a:cubicBezTo>
                <a:cubicBezTo>
                  <a:pt x="93" y="24"/>
                  <a:pt x="93" y="24"/>
                  <a:pt x="93" y="24"/>
                </a:cubicBezTo>
                <a:cubicBezTo>
                  <a:pt x="79" y="24"/>
                  <a:pt x="70" y="31"/>
                  <a:pt x="66" y="36"/>
                </a:cubicBezTo>
                <a:cubicBezTo>
                  <a:pt x="60" y="45"/>
                  <a:pt x="58" y="55"/>
                  <a:pt x="59" y="60"/>
                </a:cubicBezTo>
                <a:cubicBezTo>
                  <a:pt x="61" y="67"/>
                  <a:pt x="61" y="76"/>
                  <a:pt x="61" y="78"/>
                </a:cubicBezTo>
                <a:cubicBezTo>
                  <a:pt x="61" y="78"/>
                  <a:pt x="61" y="79"/>
                  <a:pt x="60" y="79"/>
                </a:cubicBezTo>
                <a:cubicBezTo>
                  <a:pt x="60" y="81"/>
                  <a:pt x="59" y="84"/>
                  <a:pt x="60" y="92"/>
                </a:cubicBezTo>
                <a:cubicBezTo>
                  <a:pt x="62" y="100"/>
                  <a:pt x="65" y="105"/>
                  <a:pt x="67" y="107"/>
                </a:cubicBezTo>
                <a:cubicBezTo>
                  <a:pt x="67" y="112"/>
                  <a:pt x="69" y="118"/>
                  <a:pt x="71" y="121"/>
                </a:cubicBezTo>
                <a:cubicBezTo>
                  <a:pt x="72" y="124"/>
                  <a:pt x="73" y="127"/>
                  <a:pt x="73" y="132"/>
                </a:cubicBezTo>
                <a:cubicBezTo>
                  <a:pt x="73" y="137"/>
                  <a:pt x="72" y="137"/>
                  <a:pt x="71" y="137"/>
                </a:cubicBezTo>
                <a:cubicBezTo>
                  <a:pt x="58" y="141"/>
                  <a:pt x="37" y="149"/>
                  <a:pt x="29" y="152"/>
                </a:cubicBezTo>
                <a:cubicBezTo>
                  <a:pt x="16" y="137"/>
                  <a:pt x="8" y="117"/>
                  <a:pt x="8" y="96"/>
                </a:cubicBezTo>
                <a:cubicBezTo>
                  <a:pt x="8" y="47"/>
                  <a:pt x="48" y="8"/>
                  <a:pt x="96" y="8"/>
                </a:cubicBezTo>
                <a:close/>
                <a:moveTo>
                  <a:pt x="35" y="159"/>
                </a:moveTo>
                <a:cubicBezTo>
                  <a:pt x="44" y="155"/>
                  <a:pt x="62" y="148"/>
                  <a:pt x="74" y="145"/>
                </a:cubicBezTo>
                <a:cubicBezTo>
                  <a:pt x="81" y="143"/>
                  <a:pt x="81" y="137"/>
                  <a:pt x="81" y="132"/>
                </a:cubicBezTo>
                <a:cubicBezTo>
                  <a:pt x="81" y="129"/>
                  <a:pt x="80" y="123"/>
                  <a:pt x="78" y="118"/>
                </a:cubicBezTo>
                <a:cubicBezTo>
                  <a:pt x="77" y="115"/>
                  <a:pt x="75" y="109"/>
                  <a:pt x="74" y="105"/>
                </a:cubicBezTo>
                <a:cubicBezTo>
                  <a:pt x="74" y="104"/>
                  <a:pt x="74" y="103"/>
                  <a:pt x="73" y="102"/>
                </a:cubicBezTo>
                <a:cubicBezTo>
                  <a:pt x="72" y="101"/>
                  <a:pt x="70" y="97"/>
                  <a:pt x="68" y="90"/>
                </a:cubicBezTo>
                <a:cubicBezTo>
                  <a:pt x="67" y="84"/>
                  <a:pt x="67" y="83"/>
                  <a:pt x="68" y="82"/>
                </a:cubicBezTo>
                <a:cubicBezTo>
                  <a:pt x="68" y="81"/>
                  <a:pt x="68" y="81"/>
                  <a:pt x="69" y="80"/>
                </a:cubicBezTo>
                <a:cubicBezTo>
                  <a:pt x="69" y="77"/>
                  <a:pt x="68" y="65"/>
                  <a:pt x="67" y="59"/>
                </a:cubicBezTo>
                <a:cubicBezTo>
                  <a:pt x="67" y="56"/>
                  <a:pt x="67" y="48"/>
                  <a:pt x="73" y="41"/>
                </a:cubicBezTo>
                <a:cubicBezTo>
                  <a:pt x="77" y="35"/>
                  <a:pt x="84" y="32"/>
                  <a:pt x="93" y="32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10" y="32"/>
                  <a:pt x="117" y="35"/>
                  <a:pt x="122" y="41"/>
                </a:cubicBezTo>
                <a:cubicBezTo>
                  <a:pt x="127" y="48"/>
                  <a:pt x="128" y="56"/>
                  <a:pt x="127" y="59"/>
                </a:cubicBezTo>
                <a:cubicBezTo>
                  <a:pt x="126" y="65"/>
                  <a:pt x="125" y="77"/>
                  <a:pt x="126" y="80"/>
                </a:cubicBezTo>
                <a:cubicBezTo>
                  <a:pt x="126" y="81"/>
                  <a:pt x="126" y="81"/>
                  <a:pt x="126" y="82"/>
                </a:cubicBezTo>
                <a:cubicBezTo>
                  <a:pt x="127" y="83"/>
                  <a:pt x="127" y="84"/>
                  <a:pt x="126" y="90"/>
                </a:cubicBezTo>
                <a:cubicBezTo>
                  <a:pt x="125" y="97"/>
                  <a:pt x="123" y="101"/>
                  <a:pt x="121" y="102"/>
                </a:cubicBezTo>
                <a:cubicBezTo>
                  <a:pt x="121" y="103"/>
                  <a:pt x="120" y="104"/>
                  <a:pt x="120" y="105"/>
                </a:cubicBezTo>
                <a:cubicBezTo>
                  <a:pt x="120" y="109"/>
                  <a:pt x="118" y="115"/>
                  <a:pt x="116" y="118"/>
                </a:cubicBezTo>
                <a:cubicBezTo>
                  <a:pt x="115" y="122"/>
                  <a:pt x="113" y="127"/>
                  <a:pt x="113" y="132"/>
                </a:cubicBezTo>
                <a:cubicBezTo>
                  <a:pt x="113" y="137"/>
                  <a:pt x="113" y="143"/>
                  <a:pt x="119" y="145"/>
                </a:cubicBezTo>
                <a:cubicBezTo>
                  <a:pt x="131" y="148"/>
                  <a:pt x="149" y="154"/>
                  <a:pt x="158" y="158"/>
                </a:cubicBezTo>
                <a:cubicBezTo>
                  <a:pt x="142" y="174"/>
                  <a:pt x="121" y="184"/>
                  <a:pt x="96" y="184"/>
                </a:cubicBezTo>
                <a:cubicBezTo>
                  <a:pt x="73" y="184"/>
                  <a:pt x="51" y="174"/>
                  <a:pt x="35" y="159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1" name="Shape6">
            <a:extLst>
              <a:ext uri="{FF2B5EF4-FFF2-40B4-BE49-F238E27FC236}">
                <a16:creationId xmlns:a16="http://schemas.microsoft.com/office/drawing/2014/main" id="{1009145F-199E-5643-C97E-94178AD9620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43503" y="1808531"/>
            <a:ext cx="1260000" cy="126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2" name="Shape7">
            <a:extLst>
              <a:ext uri="{FF2B5EF4-FFF2-40B4-BE49-F238E27FC236}">
                <a16:creationId xmlns:a16="http://schemas.microsoft.com/office/drawing/2014/main" id="{CCB058BA-BC88-B4CF-9CF1-46A9AB8A102D}"/>
              </a:ext>
            </a:extLst>
          </p:cNvPr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1383088" y="2188420"/>
            <a:ext cx="826712" cy="532458"/>
          </a:xfrm>
          <a:custGeom>
            <a:gdLst>
              <a:gd name="T0" fmla="*/ 192 w 200"/>
              <a:gd name="T1" fmla="*/ 0 h 128"/>
              <a:gd name="T2" fmla="*/ 9 w 200"/>
              <a:gd name="T3" fmla="*/ 0 h 128"/>
              <a:gd name="T4" fmla="*/ 7 w 200"/>
              <a:gd name="T5" fmla="*/ 0 h 128"/>
              <a:gd name="T6" fmla="*/ 3 w 200"/>
              <a:gd name="T7" fmla="*/ 0 h 128"/>
              <a:gd name="T8" fmla="*/ 0 w 200"/>
              <a:gd name="T9" fmla="*/ 0 h 128"/>
              <a:gd name="T10" fmla="*/ 0 w 200"/>
              <a:gd name="T11" fmla="*/ 128 h 128"/>
              <a:gd name="T12" fmla="*/ 200 w 200"/>
              <a:gd name="T13" fmla="*/ 128 h 128"/>
              <a:gd name="T14" fmla="*/ 200 w 200"/>
              <a:gd name="T15" fmla="*/ 0 h 128"/>
              <a:gd name="T16" fmla="*/ 194 w 200"/>
              <a:gd name="T17" fmla="*/ 0 h 128"/>
              <a:gd name="T18" fmla="*/ 192 w 200"/>
              <a:gd name="T19" fmla="*/ 0 h 128"/>
              <a:gd name="T20" fmla="*/ 184 w 200"/>
              <a:gd name="T21" fmla="*/ 8 h 128"/>
              <a:gd name="T22" fmla="*/ 107 w 200"/>
              <a:gd name="T23" fmla="*/ 85 h 128"/>
              <a:gd name="T24" fmla="*/ 94 w 200"/>
              <a:gd name="T25" fmla="*/ 85 h 128"/>
              <a:gd name="T26" fmla="*/ 17 w 200"/>
              <a:gd name="T27" fmla="*/ 8 h 128"/>
              <a:gd name="T28" fmla="*/ 184 w 200"/>
              <a:gd name="T29" fmla="*/ 8 h 128"/>
              <a:gd name="T30" fmla="*/ 8 w 200"/>
              <a:gd name="T31" fmla="*/ 11 h 128"/>
              <a:gd name="T32" fmla="*/ 60 w 200"/>
              <a:gd name="T33" fmla="*/ 63 h 128"/>
              <a:gd name="T34" fmla="*/ 8 w 200"/>
              <a:gd name="T35" fmla="*/ 115 h 128"/>
              <a:gd name="T36" fmla="*/ 8 w 200"/>
              <a:gd name="T37" fmla="*/ 11 h 128"/>
              <a:gd name="T38" fmla="*/ 15 w 200"/>
              <a:gd name="T39" fmla="*/ 120 h 128"/>
              <a:gd name="T40" fmla="*/ 66 w 200"/>
              <a:gd name="T41" fmla="*/ 68 h 128"/>
              <a:gd name="T42" fmla="*/ 88 w 200"/>
              <a:gd name="T43" fmla="*/ 91 h 128"/>
              <a:gd name="T44" fmla="*/ 100 w 200"/>
              <a:gd name="T45" fmla="*/ 96 h 128"/>
              <a:gd name="T46" fmla="*/ 113 w 200"/>
              <a:gd name="T47" fmla="*/ 91 h 128"/>
              <a:gd name="T48" fmla="*/ 135 w 200"/>
              <a:gd name="T49" fmla="*/ 68 h 128"/>
              <a:gd name="T50" fmla="*/ 186 w 200"/>
              <a:gd name="T51" fmla="*/ 120 h 128"/>
              <a:gd name="T52" fmla="*/ 15 w 200"/>
              <a:gd name="T53" fmla="*/ 120 h 128"/>
              <a:gd name="T54" fmla="*/ 192 w 200"/>
              <a:gd name="T55" fmla="*/ 115 h 128"/>
              <a:gd name="T56" fmla="*/ 140 w 200"/>
              <a:gd name="T57" fmla="*/ 63 h 128"/>
              <a:gd name="T58" fmla="*/ 192 w 200"/>
              <a:gd name="T59" fmla="*/ 11 h 128"/>
              <a:gd name="T60" fmla="*/ 192 w 200"/>
              <a:gd name="T61" fmla="*/ 115 h 128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00" h="128">
                <a:moveTo>
                  <a:pt x="192" y="0"/>
                </a:moveTo>
                <a:cubicBezTo>
                  <a:pt x="9" y="0"/>
                  <a:pt x="9" y="0"/>
                  <a:pt x="9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28"/>
                  <a:pt x="0" y="128"/>
                  <a:pt x="0" y="128"/>
                </a:cubicBezTo>
                <a:cubicBezTo>
                  <a:pt x="200" y="128"/>
                  <a:pt x="200" y="128"/>
                  <a:pt x="200" y="128"/>
                </a:cubicBezTo>
                <a:cubicBezTo>
                  <a:pt x="200" y="0"/>
                  <a:pt x="200" y="0"/>
                  <a:pt x="200" y="0"/>
                </a:cubicBezTo>
                <a:cubicBezTo>
                  <a:pt x="194" y="0"/>
                  <a:pt x="194" y="0"/>
                  <a:pt x="194" y="0"/>
                </a:cubicBezTo>
                <a:lnTo>
                  <a:pt x="192" y="0"/>
                </a:lnTo>
                <a:close/>
                <a:moveTo>
                  <a:pt x="184" y="8"/>
                </a:moveTo>
                <a:cubicBezTo>
                  <a:pt x="107" y="85"/>
                  <a:pt x="107" y="85"/>
                  <a:pt x="107" y="85"/>
                </a:cubicBezTo>
                <a:cubicBezTo>
                  <a:pt x="104" y="88"/>
                  <a:pt x="97" y="88"/>
                  <a:pt x="94" y="85"/>
                </a:cubicBezTo>
                <a:cubicBezTo>
                  <a:pt x="17" y="8"/>
                  <a:pt x="17" y="8"/>
                  <a:pt x="17" y="8"/>
                </a:cubicBezTo>
                <a:lnTo>
                  <a:pt x="184" y="8"/>
                </a:lnTo>
                <a:close/>
                <a:moveTo>
                  <a:pt x="8" y="11"/>
                </a:moveTo>
                <a:cubicBezTo>
                  <a:pt x="60" y="63"/>
                  <a:pt x="60" y="63"/>
                  <a:pt x="60" y="63"/>
                </a:cubicBezTo>
                <a:cubicBezTo>
                  <a:pt x="8" y="115"/>
                  <a:pt x="8" y="115"/>
                  <a:pt x="8" y="115"/>
                </a:cubicBezTo>
                <a:lnTo>
                  <a:pt x="8" y="11"/>
                </a:lnTo>
                <a:close/>
                <a:moveTo>
                  <a:pt x="15" y="120"/>
                </a:moveTo>
                <a:cubicBezTo>
                  <a:pt x="66" y="68"/>
                  <a:pt x="66" y="68"/>
                  <a:pt x="66" y="68"/>
                </a:cubicBezTo>
                <a:cubicBezTo>
                  <a:pt x="88" y="91"/>
                  <a:pt x="88" y="91"/>
                  <a:pt x="88" y="91"/>
                </a:cubicBezTo>
                <a:cubicBezTo>
                  <a:pt x="91" y="94"/>
                  <a:pt x="96" y="96"/>
                  <a:pt x="100" y="96"/>
                </a:cubicBezTo>
                <a:cubicBezTo>
                  <a:pt x="105" y="96"/>
                  <a:pt x="109" y="94"/>
                  <a:pt x="113" y="91"/>
                </a:cubicBezTo>
                <a:cubicBezTo>
                  <a:pt x="135" y="68"/>
                  <a:pt x="135" y="68"/>
                  <a:pt x="135" y="68"/>
                </a:cubicBezTo>
                <a:cubicBezTo>
                  <a:pt x="186" y="120"/>
                  <a:pt x="186" y="120"/>
                  <a:pt x="186" y="120"/>
                </a:cubicBezTo>
                <a:lnTo>
                  <a:pt x="15" y="120"/>
                </a:lnTo>
                <a:close/>
                <a:moveTo>
                  <a:pt x="192" y="115"/>
                </a:moveTo>
                <a:cubicBezTo>
                  <a:pt x="140" y="63"/>
                  <a:pt x="140" y="63"/>
                  <a:pt x="140" y="63"/>
                </a:cubicBezTo>
                <a:cubicBezTo>
                  <a:pt x="192" y="11"/>
                  <a:pt x="192" y="11"/>
                  <a:pt x="192" y="11"/>
                </a:cubicBezTo>
                <a:lnTo>
                  <a:pt x="192" y="115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4" name="Shape8">
            <a:extLst>
              <a:ext uri="{FF2B5EF4-FFF2-40B4-BE49-F238E27FC236}">
                <a16:creationId xmlns:a16="http://schemas.microsoft.com/office/drawing/2014/main" id="{37C4AC4F-C10F-4EFA-D34E-A855CE951D33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524517" y="4422369"/>
            <a:ext cx="1008529" cy="1008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5" name="Shape9">
            <a:extLst>
              <a:ext uri="{FF2B5EF4-FFF2-40B4-BE49-F238E27FC236}">
                <a16:creationId xmlns:a16="http://schemas.microsoft.com/office/drawing/2014/main" id="{D4E9152A-DFA5-A0DC-0B44-EC3966B07067}"/>
              </a:ext>
            </a:extLst>
          </p:cNvPr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4802412" y="4612794"/>
            <a:ext cx="580878" cy="578222"/>
          </a:xfrm>
          <a:custGeom>
            <a:gdLst>
              <a:gd name="T0" fmla="*/ 181 w 185"/>
              <a:gd name="T1" fmla="*/ 3 h 184"/>
              <a:gd name="T2" fmla="*/ 172 w 185"/>
              <a:gd name="T3" fmla="*/ 0 h 184"/>
              <a:gd name="T4" fmla="*/ 164 w 185"/>
              <a:gd name="T5" fmla="*/ 3 h 184"/>
              <a:gd name="T6" fmla="*/ 128 w 185"/>
              <a:gd name="T7" fmla="*/ 38 h 184"/>
              <a:gd name="T8" fmla="*/ 128 w 185"/>
              <a:gd name="T9" fmla="*/ 32 h 184"/>
              <a:gd name="T10" fmla="*/ 0 w 185"/>
              <a:gd name="T11" fmla="*/ 32 h 184"/>
              <a:gd name="T12" fmla="*/ 0 w 185"/>
              <a:gd name="T13" fmla="*/ 184 h 184"/>
              <a:gd name="T14" fmla="*/ 152 w 185"/>
              <a:gd name="T15" fmla="*/ 184 h 184"/>
              <a:gd name="T16" fmla="*/ 152 w 185"/>
              <a:gd name="T17" fmla="*/ 56 h 184"/>
              <a:gd name="T18" fmla="*/ 145 w 185"/>
              <a:gd name="T19" fmla="*/ 56 h 184"/>
              <a:gd name="T20" fmla="*/ 181 w 185"/>
              <a:gd name="T21" fmla="*/ 20 h 184"/>
              <a:gd name="T22" fmla="*/ 181 w 185"/>
              <a:gd name="T23" fmla="*/ 3 h 184"/>
              <a:gd name="T24" fmla="*/ 144 w 185"/>
              <a:gd name="T25" fmla="*/ 176 h 184"/>
              <a:gd name="T26" fmla="*/ 8 w 185"/>
              <a:gd name="T27" fmla="*/ 176 h 184"/>
              <a:gd name="T28" fmla="*/ 8 w 185"/>
              <a:gd name="T29" fmla="*/ 40 h 184"/>
              <a:gd name="T30" fmla="*/ 127 w 185"/>
              <a:gd name="T31" fmla="*/ 40 h 184"/>
              <a:gd name="T32" fmla="*/ 64 w 185"/>
              <a:gd name="T33" fmla="*/ 102 h 184"/>
              <a:gd name="T34" fmla="*/ 64 w 185"/>
              <a:gd name="T35" fmla="*/ 120 h 184"/>
              <a:gd name="T36" fmla="*/ 81 w 185"/>
              <a:gd name="T37" fmla="*/ 120 h 184"/>
              <a:gd name="T38" fmla="*/ 144 w 185"/>
              <a:gd name="T39" fmla="*/ 56 h 184"/>
              <a:gd name="T40" fmla="*/ 144 w 185"/>
              <a:gd name="T41" fmla="*/ 176 h 184"/>
              <a:gd name="T42" fmla="*/ 175 w 185"/>
              <a:gd name="T43" fmla="*/ 14 h 184"/>
              <a:gd name="T44" fmla="*/ 78 w 185"/>
              <a:gd name="T45" fmla="*/ 112 h 184"/>
              <a:gd name="T46" fmla="*/ 72 w 185"/>
              <a:gd name="T47" fmla="*/ 112 h 184"/>
              <a:gd name="T48" fmla="*/ 72 w 185"/>
              <a:gd name="T49" fmla="*/ 106 h 184"/>
              <a:gd name="T50" fmla="*/ 169 w 185"/>
              <a:gd name="T51" fmla="*/ 9 h 184"/>
              <a:gd name="T52" fmla="*/ 172 w 185"/>
              <a:gd name="T53" fmla="*/ 8 h 184"/>
              <a:gd name="T54" fmla="*/ 175 w 185"/>
              <a:gd name="T55" fmla="*/ 9 h 184"/>
              <a:gd name="T56" fmla="*/ 176 w 185"/>
              <a:gd name="T57" fmla="*/ 12 h 184"/>
              <a:gd name="T58" fmla="*/ 175 w 185"/>
              <a:gd name="T59" fmla="*/ 14 h 184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5" h="184">
                <a:moveTo>
                  <a:pt x="181" y="3"/>
                </a:moveTo>
                <a:cubicBezTo>
                  <a:pt x="178" y="1"/>
                  <a:pt x="175" y="0"/>
                  <a:pt x="172" y="0"/>
                </a:cubicBezTo>
                <a:cubicBezTo>
                  <a:pt x="169" y="0"/>
                  <a:pt x="166" y="1"/>
                  <a:pt x="164" y="3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84"/>
                  <a:pt x="0" y="184"/>
                  <a:pt x="0" y="184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52" y="56"/>
                  <a:pt x="152" y="56"/>
                  <a:pt x="152" y="56"/>
                </a:cubicBezTo>
                <a:cubicBezTo>
                  <a:pt x="145" y="56"/>
                  <a:pt x="145" y="56"/>
                  <a:pt x="145" y="56"/>
                </a:cubicBezTo>
                <a:cubicBezTo>
                  <a:pt x="181" y="20"/>
                  <a:pt x="181" y="20"/>
                  <a:pt x="181" y="20"/>
                </a:cubicBezTo>
                <a:cubicBezTo>
                  <a:pt x="185" y="15"/>
                  <a:pt x="185" y="8"/>
                  <a:pt x="181" y="3"/>
                </a:cubicBezTo>
                <a:close/>
                <a:moveTo>
                  <a:pt x="144" y="176"/>
                </a:moveTo>
                <a:cubicBezTo>
                  <a:pt x="8" y="176"/>
                  <a:pt x="8" y="176"/>
                  <a:pt x="8" y="176"/>
                </a:cubicBezTo>
                <a:cubicBezTo>
                  <a:pt x="8" y="40"/>
                  <a:pt x="8" y="40"/>
                  <a:pt x="8" y="40"/>
                </a:cubicBezTo>
                <a:cubicBezTo>
                  <a:pt x="127" y="40"/>
                  <a:pt x="127" y="40"/>
                  <a:pt x="127" y="40"/>
                </a:cubicBezTo>
                <a:cubicBezTo>
                  <a:pt x="64" y="102"/>
                  <a:pt x="64" y="102"/>
                  <a:pt x="64" y="102"/>
                </a:cubicBezTo>
                <a:cubicBezTo>
                  <a:pt x="64" y="120"/>
                  <a:pt x="64" y="120"/>
                  <a:pt x="64" y="120"/>
                </a:cubicBezTo>
                <a:cubicBezTo>
                  <a:pt x="81" y="120"/>
                  <a:pt x="81" y="120"/>
                  <a:pt x="81" y="120"/>
                </a:cubicBezTo>
                <a:cubicBezTo>
                  <a:pt x="144" y="56"/>
                  <a:pt x="144" y="56"/>
                  <a:pt x="144" y="56"/>
                </a:cubicBezTo>
                <a:lnTo>
                  <a:pt x="144" y="176"/>
                </a:lnTo>
                <a:close/>
                <a:moveTo>
                  <a:pt x="175" y="14"/>
                </a:moveTo>
                <a:cubicBezTo>
                  <a:pt x="78" y="112"/>
                  <a:pt x="78" y="112"/>
                  <a:pt x="78" y="112"/>
                </a:cubicBezTo>
                <a:cubicBezTo>
                  <a:pt x="72" y="112"/>
                  <a:pt x="72" y="112"/>
                  <a:pt x="72" y="112"/>
                </a:cubicBezTo>
                <a:cubicBezTo>
                  <a:pt x="72" y="106"/>
                  <a:pt x="72" y="106"/>
                  <a:pt x="72" y="106"/>
                </a:cubicBezTo>
                <a:cubicBezTo>
                  <a:pt x="169" y="9"/>
                  <a:pt x="169" y="9"/>
                  <a:pt x="169" y="9"/>
                </a:cubicBezTo>
                <a:cubicBezTo>
                  <a:pt x="170" y="8"/>
                  <a:pt x="172" y="8"/>
                  <a:pt x="172" y="8"/>
                </a:cubicBezTo>
                <a:cubicBezTo>
                  <a:pt x="173" y="8"/>
                  <a:pt x="174" y="8"/>
                  <a:pt x="175" y="9"/>
                </a:cubicBezTo>
                <a:cubicBezTo>
                  <a:pt x="176" y="10"/>
                  <a:pt x="176" y="11"/>
                  <a:pt x="176" y="12"/>
                </a:cubicBezTo>
                <a:cubicBezTo>
                  <a:pt x="176" y="12"/>
                  <a:pt x="176" y="13"/>
                  <a:pt x="175" y="14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7" name="Shape10">
            <a:extLst>
              <a:ext uri="{FF2B5EF4-FFF2-40B4-BE49-F238E27FC236}">
                <a16:creationId xmlns:a16="http://schemas.microsoft.com/office/drawing/2014/main" id="{5CAB4859-A4D9-E655-EDA7-9BBCE42BCB0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74391" y="2756469"/>
            <a:ext cx="648000" cy="648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8" name="Shape11">
            <a:extLst>
              <a:ext uri="{FF2B5EF4-FFF2-40B4-BE49-F238E27FC236}">
                <a16:creationId xmlns:a16="http://schemas.microsoft.com/office/drawing/2014/main" id="{46DE78DD-C4FA-C8F7-226D-C10C5C5CD9BB}"/>
              </a:ext>
            </a:extLst>
          </p:cNvPr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5963885" y="2946720"/>
            <a:ext cx="269875" cy="330200"/>
          </a:xfrm>
          <a:custGeom>
            <a:gdLst>
              <a:gd name="T0" fmla="*/ 144 w 144"/>
              <a:gd name="T1" fmla="*/ 2 h 176"/>
              <a:gd name="T2" fmla="*/ 139 w 144"/>
              <a:gd name="T3" fmla="*/ 4 h 176"/>
              <a:gd name="T4" fmla="*/ 102 w 144"/>
              <a:gd name="T5" fmla="*/ 9 h 176"/>
              <a:gd name="T6" fmla="*/ 68 w 144"/>
              <a:gd name="T7" fmla="*/ 4 h 176"/>
              <a:gd name="T8" fmla="*/ 35 w 144"/>
              <a:gd name="T9" fmla="*/ 0 h 176"/>
              <a:gd name="T10" fmla="*/ 2 w 144"/>
              <a:gd name="T11" fmla="*/ 5 h 176"/>
              <a:gd name="T12" fmla="*/ 0 w 144"/>
              <a:gd name="T13" fmla="*/ 6 h 176"/>
              <a:gd name="T14" fmla="*/ 0 w 144"/>
              <a:gd name="T15" fmla="*/ 8 h 176"/>
              <a:gd name="T16" fmla="*/ 0 w 144"/>
              <a:gd name="T17" fmla="*/ 98 h 176"/>
              <a:gd name="T18" fmla="*/ 0 w 144"/>
              <a:gd name="T19" fmla="*/ 176 h 176"/>
              <a:gd name="T20" fmla="*/ 8 w 144"/>
              <a:gd name="T21" fmla="*/ 176 h 176"/>
              <a:gd name="T22" fmla="*/ 8 w 144"/>
              <a:gd name="T23" fmla="*/ 99 h 176"/>
              <a:gd name="T24" fmla="*/ 35 w 144"/>
              <a:gd name="T25" fmla="*/ 96 h 176"/>
              <a:gd name="T26" fmla="*/ 67 w 144"/>
              <a:gd name="T27" fmla="*/ 100 h 176"/>
              <a:gd name="T28" fmla="*/ 102 w 144"/>
              <a:gd name="T29" fmla="*/ 105 h 176"/>
              <a:gd name="T30" fmla="*/ 142 w 144"/>
              <a:gd name="T31" fmla="*/ 100 h 176"/>
              <a:gd name="T32" fmla="*/ 144 w 144"/>
              <a:gd name="T33" fmla="*/ 99 h 176"/>
              <a:gd name="T34" fmla="*/ 144 w 144"/>
              <a:gd name="T35" fmla="*/ 2 h 176"/>
              <a:gd name="T36" fmla="*/ 136 w 144"/>
              <a:gd name="T37" fmla="*/ 93 h 176"/>
              <a:gd name="T38" fmla="*/ 102 w 144"/>
              <a:gd name="T39" fmla="*/ 97 h 176"/>
              <a:gd name="T40" fmla="*/ 68 w 144"/>
              <a:gd name="T41" fmla="*/ 92 h 176"/>
              <a:gd name="T42" fmla="*/ 35 w 144"/>
              <a:gd name="T43" fmla="*/ 88 h 176"/>
              <a:gd name="T44" fmla="*/ 8 w 144"/>
              <a:gd name="T45" fmla="*/ 91 h 176"/>
              <a:gd name="T46" fmla="*/ 8 w 144"/>
              <a:gd name="T47" fmla="*/ 11 h 176"/>
              <a:gd name="T48" fmla="*/ 35 w 144"/>
              <a:gd name="T49" fmla="*/ 8 h 176"/>
              <a:gd name="T50" fmla="*/ 67 w 144"/>
              <a:gd name="T51" fmla="*/ 12 h 176"/>
              <a:gd name="T52" fmla="*/ 102 w 144"/>
              <a:gd name="T53" fmla="*/ 17 h 176"/>
              <a:gd name="T54" fmla="*/ 136 w 144"/>
              <a:gd name="T55" fmla="*/ 13 h 176"/>
              <a:gd name="T56" fmla="*/ 136 w 144"/>
              <a:gd name="T57" fmla="*/ 93 h 176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4" h="176">
                <a:moveTo>
                  <a:pt x="144" y="2"/>
                </a:moveTo>
                <a:cubicBezTo>
                  <a:pt x="139" y="4"/>
                  <a:pt x="139" y="4"/>
                  <a:pt x="139" y="4"/>
                </a:cubicBezTo>
                <a:cubicBezTo>
                  <a:pt x="139" y="4"/>
                  <a:pt x="125" y="9"/>
                  <a:pt x="102" y="9"/>
                </a:cubicBezTo>
                <a:cubicBezTo>
                  <a:pt x="90" y="9"/>
                  <a:pt x="79" y="7"/>
                  <a:pt x="68" y="4"/>
                </a:cubicBezTo>
                <a:cubicBezTo>
                  <a:pt x="58" y="2"/>
                  <a:pt x="46" y="0"/>
                  <a:pt x="35" y="0"/>
                </a:cubicBezTo>
                <a:cubicBezTo>
                  <a:pt x="11" y="0"/>
                  <a:pt x="3" y="5"/>
                  <a:pt x="2" y="5"/>
                </a:cubicBezTo>
                <a:cubicBezTo>
                  <a:pt x="0" y="6"/>
                  <a:pt x="0" y="6"/>
                  <a:pt x="0" y="6"/>
                </a:cubicBezTo>
                <a:cubicBezTo>
                  <a:pt x="0" y="8"/>
                  <a:pt x="0" y="8"/>
                  <a:pt x="0" y="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76"/>
                  <a:pt x="0" y="176"/>
                  <a:pt x="0" y="176"/>
                </a:cubicBezTo>
                <a:cubicBezTo>
                  <a:pt x="8" y="176"/>
                  <a:pt x="8" y="176"/>
                  <a:pt x="8" y="176"/>
                </a:cubicBezTo>
                <a:cubicBezTo>
                  <a:pt x="8" y="99"/>
                  <a:pt x="8" y="99"/>
                  <a:pt x="8" y="99"/>
                </a:cubicBezTo>
                <a:cubicBezTo>
                  <a:pt x="12" y="98"/>
                  <a:pt x="19" y="96"/>
                  <a:pt x="35" y="96"/>
                </a:cubicBezTo>
                <a:cubicBezTo>
                  <a:pt x="46" y="96"/>
                  <a:pt x="56" y="98"/>
                  <a:pt x="67" y="100"/>
                </a:cubicBezTo>
                <a:cubicBezTo>
                  <a:pt x="78" y="103"/>
                  <a:pt x="89" y="105"/>
                  <a:pt x="102" y="105"/>
                </a:cubicBezTo>
                <a:cubicBezTo>
                  <a:pt x="126" y="105"/>
                  <a:pt x="141" y="100"/>
                  <a:pt x="142" y="100"/>
                </a:cubicBezTo>
                <a:cubicBezTo>
                  <a:pt x="144" y="99"/>
                  <a:pt x="144" y="99"/>
                  <a:pt x="144" y="99"/>
                </a:cubicBezTo>
                <a:lnTo>
                  <a:pt x="144" y="2"/>
                </a:lnTo>
                <a:close/>
                <a:moveTo>
                  <a:pt x="136" y="93"/>
                </a:moveTo>
                <a:cubicBezTo>
                  <a:pt x="131" y="94"/>
                  <a:pt x="119" y="97"/>
                  <a:pt x="102" y="97"/>
                </a:cubicBezTo>
                <a:cubicBezTo>
                  <a:pt x="90" y="97"/>
                  <a:pt x="79" y="95"/>
                  <a:pt x="68" y="92"/>
                </a:cubicBezTo>
                <a:cubicBezTo>
                  <a:pt x="58" y="90"/>
                  <a:pt x="46" y="88"/>
                  <a:pt x="35" y="88"/>
                </a:cubicBezTo>
                <a:cubicBezTo>
                  <a:pt x="22" y="88"/>
                  <a:pt x="13" y="89"/>
                  <a:pt x="8" y="91"/>
                </a:cubicBezTo>
                <a:cubicBezTo>
                  <a:pt x="8" y="11"/>
                  <a:pt x="8" y="11"/>
                  <a:pt x="8" y="11"/>
                </a:cubicBezTo>
                <a:cubicBezTo>
                  <a:pt x="12" y="10"/>
                  <a:pt x="19" y="8"/>
                  <a:pt x="35" y="8"/>
                </a:cubicBezTo>
                <a:cubicBezTo>
                  <a:pt x="46" y="8"/>
                  <a:pt x="56" y="10"/>
                  <a:pt x="67" y="12"/>
                </a:cubicBezTo>
                <a:cubicBezTo>
                  <a:pt x="78" y="14"/>
                  <a:pt x="89" y="17"/>
                  <a:pt x="102" y="17"/>
                </a:cubicBezTo>
                <a:cubicBezTo>
                  <a:pt x="118" y="17"/>
                  <a:pt x="130" y="15"/>
                  <a:pt x="136" y="13"/>
                </a:cubicBezTo>
                <a:lnTo>
                  <a:pt x="136" y="93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D10"/>
              </a:solidFill>
              <a:effectLst/>
              <a:uLnTx/>
              <a:uFillTx/>
              <a:latin typeface="等线" panose="02110004020202020204"/>
              <a:ea typeface="思源黑体 CN Light" panose="020b0300000000000000" pitchFamily="34" charset="-128"/>
              <a:cs typeface="+mn-ea"/>
              <a:sym typeface="+mn-lt"/>
            </a:endParaRPr>
          </a:p>
        </p:txBody>
      </p:sp>
      <p:sp>
        <p:nvSpPr>
          <p:cNvPr id="19" name="Text1">
            <a:extLst>
              <a:ext uri="{FF2B5EF4-FFF2-40B4-BE49-F238E27FC236}">
                <a16:creationId xmlns:a16="http://schemas.microsoft.com/office/drawing/2014/main" id="{D95C421A-0048-E498-CB46-8074463AA16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882528" y="4273554"/>
            <a:ext cx="2338012" cy="52390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未来发展趋势</a:t>
            </a:r>
          </a:p>
        </p:txBody>
      </p:sp>
      <p:sp>
        <p:nvSpPr>
          <p:cNvPr id="20" name="Text2">
            <a:extLst>
              <a:ext uri="{FF2B5EF4-FFF2-40B4-BE49-F238E27FC236}">
                <a16:creationId xmlns:a16="http://schemas.microsoft.com/office/drawing/2014/main" id="{D23183A5-E3AB-FB13-D48F-95DA44EC4E2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895780" y="4775310"/>
            <a:ext cx="2998200" cy="1200329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展望PPT技术的未来发展趋势，如AI辅助设计、交互式演示和虚拟现实集成。这些新技术将为PPT制作带来更多可能性。</a:t>
            </a:r>
          </a:p>
        </p:txBody>
      </p:sp>
      <p:sp>
        <p:nvSpPr>
          <p:cNvPr id="21" name="Text3">
            <a:extLst>
              <a:ext uri="{FF2B5EF4-FFF2-40B4-BE49-F238E27FC236}">
                <a16:creationId xmlns:a16="http://schemas.microsoft.com/office/drawing/2014/main" id="{F9F8E3CF-5A58-D09D-28C2-1BC0DE9B0A1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716028" y="2811196"/>
            <a:ext cx="2338012" cy="52390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学习资源推荐</a:t>
            </a:r>
          </a:p>
        </p:txBody>
      </p:sp>
      <p:sp>
        <p:nvSpPr>
          <p:cNvPr id="22" name="Text4">
            <a:extLst>
              <a:ext uri="{FF2B5EF4-FFF2-40B4-BE49-F238E27FC236}">
                <a16:creationId xmlns:a16="http://schemas.microsoft.com/office/drawing/2014/main" id="{060B46DC-DDF8-24CA-5C2C-C5DECF71261A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716028" y="3332002"/>
            <a:ext cx="2998200" cy="1200329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推荐学习PPT技能的优质资源，如在线课程、书籍和社区论坛。持续学习和实践是提升PPT技能的不二法门。</a:t>
            </a:r>
          </a:p>
        </p:txBody>
      </p:sp>
      <p:sp>
        <p:nvSpPr>
          <p:cNvPr id="23" name="Text5">
            <a:extLst>
              <a:ext uri="{FF2B5EF4-FFF2-40B4-BE49-F238E27FC236}">
                <a16:creationId xmlns:a16="http://schemas.microsoft.com/office/drawing/2014/main" id="{3C942F23-EAE4-414A-7DF2-149EB9C4BBA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2681885" y="1499720"/>
            <a:ext cx="2453233" cy="52390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核心技能总结</a:t>
            </a:r>
          </a:p>
        </p:txBody>
      </p:sp>
      <p:sp>
        <p:nvSpPr>
          <p:cNvPr id="24" name="Text6">
            <a:extLst>
              <a:ext uri="{FF2B5EF4-FFF2-40B4-BE49-F238E27FC236}">
                <a16:creationId xmlns:a16="http://schemas.microsoft.com/office/drawing/2014/main" id="{C95B39DC-FA96-91C3-E031-49BD3C0CFFC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681885" y="2039224"/>
            <a:ext cx="2998200" cy="1200329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zh-CN" sz="120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总结PPT制作的核心技能，包括内容组织、设计原则和高级技巧。掌握这些技能能够显著提升演示的专业性和影响力。</a:t>
            </a:r>
          </a:p>
        </p:txBody>
      </p:sp>
      <p:sp>
        <p:nvSpPr>
          <p:cNvPr id="28" name="任意多边形 5-【1】">
            <a:extLst>
              <a:ext uri="{FF2B5EF4-FFF2-40B4-BE49-F238E27FC236}">
                <a16:creationId xmlns:a16="http://schemas.microsoft.com/office/drawing/2014/main" id="{6D54C787-498C-1675-C11D-C7AC9BAB142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 flipH="1" flipV="1">
            <a:off x="10877086" y="0"/>
            <a:ext cx="1314914" cy="828040"/>
          </a:xfrm>
          <a:custGeom>
            <a:gdLst>
              <a:gd name="idx" fmla="cos wd2 2700000"/>
              <a:gd name="idy" fmla="sin hd2 2700000"/>
              <a:gd name="il" fmla="+- hc 0 wd2"/>
              <a:gd name="ir" fmla="+- hc wd2 0"/>
              <a:gd name="it" fmla="+- vc 0 wd2"/>
              <a:gd name="ib" fmla="+- vc wd2 0"/>
            </a:gdLst>
            <a:cxnLst>
              <a:cxn ang="3">
                <a:pos x="hc" y="t"/>
              </a:cxn>
              <a:cxn ang="3">
                <a:pos x="hd2" y="hd2"/>
              </a:cxn>
              <a:cxn ang="cd2">
                <a:pos x="l" y="vc"/>
              </a:cxn>
              <a:cxn ang="cd4">
                <a:pos x="hd2" y="idy"/>
              </a:cxn>
              <a:cxn ang="cd4">
                <a:pos x="hc" y="b"/>
              </a:cxn>
              <a:cxn ang="cd4">
                <a:pos x="idx" y="idy"/>
              </a:cxn>
              <a:cxn ang="0">
                <a:pos x="r" y="vc"/>
              </a:cxn>
              <a:cxn ang="3">
                <a:pos x="idx" y="hd2"/>
              </a:cxn>
            </a:cxnLst>
            <a:rect l="l" t="t" r="r" b="b"/>
            <a:pathLst>
              <a:path w="2809" h="1770">
                <a:moveTo>
                  <a:pt x="1042" y="0"/>
                </a:moveTo>
                <a:cubicBezTo>
                  <a:pt x="2033" y="-30"/>
                  <a:pt x="2832" y="877"/>
                  <a:pt x="2808" y="1766"/>
                </a:cubicBezTo>
                <a:lnTo>
                  <a:pt x="2808" y="1768"/>
                </a:lnTo>
                <a:lnTo>
                  <a:pt x="0" y="1768"/>
                </a:lnTo>
                <a:lnTo>
                  <a:pt x="0" y="340"/>
                </a:lnTo>
                <a:cubicBezTo>
                  <a:pt x="214" y="154"/>
                  <a:pt x="746" y="-24"/>
                  <a:pt x="10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任意多边形 12-【1】">
            <a:extLst>
              <a:ext uri="{FF2B5EF4-FFF2-40B4-BE49-F238E27FC236}">
                <a16:creationId xmlns:a16="http://schemas.microsoft.com/office/drawing/2014/main" id="{16730159-0B50-57AE-6B96-DA2B836EE884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 flipH="1" flipV="1">
            <a:off x="10253345" y="0"/>
            <a:ext cx="1243736" cy="622903"/>
          </a:xfrm>
          <a:custGeom>
            <a:gdLst>
              <a:gd name="idx" fmla="cos wd2 2700000"/>
              <a:gd name="idy" fmla="sin hd2 2700000"/>
              <a:gd name="il" fmla="+- hc 0 wd2"/>
              <a:gd name="ir" fmla="+- hc wd2 0"/>
              <a:gd name="it" fmla="+- vc 0 wd2"/>
              <a:gd name="ib" fmla="+- vc wd2 0"/>
            </a:gdLst>
            <a:cxnLst>
              <a:cxn ang="3">
                <a:pos x="hc" y="t"/>
              </a:cxn>
              <a:cxn ang="3">
                <a:pos x="hd2" y="hd2"/>
              </a:cxn>
              <a:cxn ang="cd2">
                <a:pos x="l" y="vc"/>
              </a:cxn>
              <a:cxn ang="cd4">
                <a:pos x="hd2" y="idy"/>
              </a:cxn>
              <a:cxn ang="cd4">
                <a:pos x="hc" y="b"/>
              </a:cxn>
              <a:cxn ang="cd4">
                <a:pos x="idx" y="idy"/>
              </a:cxn>
              <a:cxn ang="0">
                <a:pos x="r" y="vc"/>
              </a:cxn>
              <a:cxn ang="3">
                <a:pos x="idx" y="hd2"/>
              </a:cxn>
            </a:cxnLst>
            <a:rect l="l" t="t" r="r" b="b"/>
            <a:pathLst>
              <a:path w="3766" h="1886">
                <a:moveTo>
                  <a:pt x="1884" y="0"/>
                </a:moveTo>
                <a:cubicBezTo>
                  <a:pt x="2924" y="0"/>
                  <a:pt x="3767" y="843"/>
                  <a:pt x="3767" y="1884"/>
                </a:cubicBezTo>
                <a:lnTo>
                  <a:pt x="3767" y="1886"/>
                </a:lnTo>
                <a:lnTo>
                  <a:pt x="0" y="1886"/>
                </a:lnTo>
                <a:lnTo>
                  <a:pt x="0" y="1884"/>
                </a:lnTo>
                <a:cubicBezTo>
                  <a:pt x="0" y="843"/>
                  <a:pt x="843" y="0"/>
                  <a:pt x="18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任意多边形 8-【1】">
            <a:extLst>
              <a:ext uri="{FF2B5EF4-FFF2-40B4-BE49-F238E27FC236}">
                <a16:creationId xmlns:a16="http://schemas.microsoft.com/office/drawing/2014/main" id="{0AEF4231-2CD8-E2DC-B131-CDDBA04EF7D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-10795" y="6047105"/>
            <a:ext cx="1314914" cy="828040"/>
          </a:xfrm>
          <a:custGeom>
            <a:gdLst>
              <a:gd name="idx" fmla="cos wd2 2700000"/>
              <a:gd name="idy" fmla="sin hd2 2700000"/>
              <a:gd name="il" fmla="+- hc 0 wd2"/>
              <a:gd name="ir" fmla="+- hc wd2 0"/>
              <a:gd name="it" fmla="+- vc 0 wd2"/>
              <a:gd name="ib" fmla="+- vc wd2 0"/>
            </a:gdLst>
            <a:cxnLst>
              <a:cxn ang="3">
                <a:pos x="hc" y="t"/>
              </a:cxn>
              <a:cxn ang="3">
                <a:pos x="hd2" y="hd2"/>
              </a:cxn>
              <a:cxn ang="cd2">
                <a:pos x="l" y="vc"/>
              </a:cxn>
              <a:cxn ang="cd4">
                <a:pos x="hd2" y="idy"/>
              </a:cxn>
              <a:cxn ang="cd4">
                <a:pos x="hc" y="b"/>
              </a:cxn>
              <a:cxn ang="cd4">
                <a:pos x="idx" y="idy"/>
              </a:cxn>
              <a:cxn ang="0">
                <a:pos x="r" y="vc"/>
              </a:cxn>
              <a:cxn ang="3">
                <a:pos x="idx" y="hd2"/>
              </a:cxn>
            </a:cxnLst>
            <a:rect l="l" t="t" r="r" b="b"/>
            <a:pathLst>
              <a:path w="2809" h="1770">
                <a:moveTo>
                  <a:pt x="1042" y="0"/>
                </a:moveTo>
                <a:cubicBezTo>
                  <a:pt x="2033" y="-30"/>
                  <a:pt x="2832" y="877"/>
                  <a:pt x="2808" y="1766"/>
                </a:cubicBezTo>
                <a:lnTo>
                  <a:pt x="2808" y="1768"/>
                </a:lnTo>
                <a:lnTo>
                  <a:pt x="0" y="1768"/>
                </a:lnTo>
                <a:lnTo>
                  <a:pt x="0" y="340"/>
                </a:lnTo>
                <a:cubicBezTo>
                  <a:pt x="214" y="154"/>
                  <a:pt x="746" y="-24"/>
                  <a:pt x="10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任意多边形 16-【1】">
            <a:extLst>
              <a:ext uri="{FF2B5EF4-FFF2-40B4-BE49-F238E27FC236}">
                <a16:creationId xmlns:a16="http://schemas.microsoft.com/office/drawing/2014/main" id="{8C1EE4BC-BFB4-1E31-F7F7-57F6F328753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684124" y="6252242"/>
            <a:ext cx="1243736" cy="622903"/>
          </a:xfrm>
          <a:custGeom>
            <a:gdLst>
              <a:gd name="idx" fmla="cos wd2 2700000"/>
              <a:gd name="idy" fmla="sin hd2 2700000"/>
              <a:gd name="il" fmla="+- hc 0 wd2"/>
              <a:gd name="ir" fmla="+- hc wd2 0"/>
              <a:gd name="it" fmla="+- vc 0 wd2"/>
              <a:gd name="ib" fmla="+- vc wd2 0"/>
            </a:gdLst>
            <a:cxnLst>
              <a:cxn ang="3">
                <a:pos x="hc" y="t"/>
              </a:cxn>
              <a:cxn ang="3">
                <a:pos x="hd2" y="hd2"/>
              </a:cxn>
              <a:cxn ang="cd2">
                <a:pos x="l" y="vc"/>
              </a:cxn>
              <a:cxn ang="cd4">
                <a:pos x="hd2" y="idy"/>
              </a:cxn>
              <a:cxn ang="cd4">
                <a:pos x="hc" y="b"/>
              </a:cxn>
              <a:cxn ang="cd4">
                <a:pos x="idx" y="idy"/>
              </a:cxn>
              <a:cxn ang="0">
                <a:pos x="r" y="vc"/>
              </a:cxn>
              <a:cxn ang="3">
                <a:pos x="idx" y="hd2"/>
              </a:cxn>
            </a:cxnLst>
            <a:rect l="l" t="t" r="r" b="b"/>
            <a:pathLst>
              <a:path w="3766" h="1886">
                <a:moveTo>
                  <a:pt x="1884" y="0"/>
                </a:moveTo>
                <a:cubicBezTo>
                  <a:pt x="2924" y="0"/>
                  <a:pt x="3767" y="843"/>
                  <a:pt x="3767" y="1884"/>
                </a:cubicBezTo>
                <a:lnTo>
                  <a:pt x="3767" y="1886"/>
                </a:lnTo>
                <a:lnTo>
                  <a:pt x="0" y="1886"/>
                </a:lnTo>
                <a:lnTo>
                  <a:pt x="0" y="1884"/>
                </a:lnTo>
                <a:cubicBezTo>
                  <a:pt x="0" y="843"/>
                  <a:pt x="843" y="0"/>
                  <a:pt x="18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Text7">
            <a:extLst>
              <a:ext uri="{FF2B5EF4-FFF2-40B4-BE49-F238E27FC236}">
                <a16:creationId xmlns:a16="http://schemas.microsoft.com/office/drawing/2014/main" id="{B8B11BDE-8491-5F08-1D60-823A471D1A29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 rot="2700000">
            <a:off x="256421" y="473520"/>
            <a:ext cx="459926" cy="45992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Text8">
            <a:extLst>
              <a:ext uri="{FF2B5EF4-FFF2-40B4-BE49-F238E27FC236}">
                <a16:creationId xmlns:a16="http://schemas.microsoft.com/office/drawing/2014/main" id="{C077F000-E3E3-348B-A9B7-8D0124FA149C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811602" y="287410"/>
            <a:ext cx="9441743" cy="72034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" panose="020b0500000000000000" pitchFamily="34" charset="-122"/>
              </a:rPr>
              <a:t>总结与展望</a:t>
            </a:r>
          </a:p>
        </p:txBody>
      </p:sp>
    </p:spTree>
    <p:custDataLst>
      <p:custData r:id="rId26"/>
      <p:tags r:id="rId27"/>
    </p:custDataLst>
    <p:extLst>
      <p:ext uri="{BB962C8B-B14F-4D97-AF65-F5344CB8AC3E}">
        <p14:creationId val="2764228960"/>
      </p:ext>
    </p:extLst>
  </p:cSld>
  <p:clrMapOvr>
    <a:masterClrMapping/>
  </p:clrMapOvr>
</p:sld>
</file>

<file path=ppt/slides/slide19.xml><?xml version="1.0" encoding="utf-8"?>
<p:sld xmlns:a16="http://schemas.microsoft.com/office/drawing/2014/main"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2F40B2E-7097-7E8F-87D0-C41DB2F6FC60}"/>
              </a:ext>
            </a:extLst>
          </p:cNvPr>
          <p:cNvSpPr/>
          <p:nvPr/>
        </p:nvSpPr>
        <p:spPr>
          <a:xfrm flipH="1">
            <a:off x="25" y="1"/>
            <a:ext cx="4439601" cy="6866961"/>
          </a:xfrm>
          <a:custGeom>
            <a:gdLst>
              <a:gd name="connsiteX0" fmla="*/ 2136289 w 4439601"/>
              <a:gd name="connsiteY0" fmla="*/ 0 h 6866961"/>
              <a:gd name="connsiteX1" fmla="*/ 4439601 w 4439601"/>
              <a:gd name="connsiteY1" fmla="*/ 0 h 6866961"/>
              <a:gd name="connsiteX2" fmla="*/ 4439601 w 4439601"/>
              <a:gd name="connsiteY2" fmla="*/ 549904 h 6866961"/>
              <a:gd name="connsiteX3" fmla="*/ 4393507 w 4439601"/>
              <a:gd name="connsiteY3" fmla="*/ 546399 h 6866961"/>
              <a:gd name="connsiteX4" fmla="*/ 4231004 w 4439601"/>
              <a:gd name="connsiteY4" fmla="*/ 542290 h 6866961"/>
              <a:gd name="connsiteX5" fmla="*/ 1073149 w 4439601"/>
              <a:gd name="connsiteY5" fmla="*/ 3700145 h 6866961"/>
              <a:gd name="connsiteX6" fmla="*/ 4231004 w 4439601"/>
              <a:gd name="connsiteY6" fmla="*/ 6858000 h 6866961"/>
              <a:gd name="connsiteX7" fmla="*/ 4393507 w 4439601"/>
              <a:gd name="connsiteY7" fmla="*/ 6853891 h 6866961"/>
              <a:gd name="connsiteX8" fmla="*/ 4439601 w 4439601"/>
              <a:gd name="connsiteY8" fmla="*/ 6850386 h 6866961"/>
              <a:gd name="connsiteX9" fmla="*/ 4439601 w 4439601"/>
              <a:gd name="connsiteY9" fmla="*/ 6866961 h 6866961"/>
              <a:gd name="connsiteX10" fmla="*/ 1461368 w 4439601"/>
              <a:gd name="connsiteY10" fmla="*/ 6866961 h 6866961"/>
              <a:gd name="connsiteX11" fmla="*/ 1239326 w 4439601"/>
              <a:gd name="connsiteY11" fmla="*/ 6665155 h 6866961"/>
              <a:gd name="connsiteX12" fmla="*/ 0 w 4439601"/>
              <a:gd name="connsiteY12" fmla="*/ 3673158 h 6866961"/>
              <a:gd name="connsiteX13" fmla="*/ 1865549 w 4439601"/>
              <a:gd name="connsiteY13" fmla="*/ 164479 h 6866961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439601" h="6866961">
                <a:moveTo>
                  <a:pt x="2136289" y="0"/>
                </a:moveTo>
                <a:lnTo>
                  <a:pt x="4439601" y="0"/>
                </a:lnTo>
                <a:lnTo>
                  <a:pt x="4439601" y="549904"/>
                </a:lnTo>
                <a:lnTo>
                  <a:pt x="4393507" y="546399"/>
                </a:lnTo>
                <a:cubicBezTo>
                  <a:pt x="4339684" y="543671"/>
                  <a:pt x="4285505" y="542290"/>
                  <a:pt x="4231004" y="542290"/>
                </a:cubicBezTo>
                <a:cubicBezTo>
                  <a:pt x="2486969" y="542290"/>
                  <a:pt x="1073149" y="1956110"/>
                  <a:pt x="1073149" y="3700145"/>
                </a:cubicBezTo>
                <a:cubicBezTo>
                  <a:pt x="1073149" y="5444181"/>
                  <a:pt x="2486969" y="6858000"/>
                  <a:pt x="4231004" y="6858000"/>
                </a:cubicBezTo>
                <a:cubicBezTo>
                  <a:pt x="4285505" y="6858000"/>
                  <a:pt x="4339684" y="6856621"/>
                  <a:pt x="4393507" y="6853891"/>
                </a:cubicBezTo>
                <a:lnTo>
                  <a:pt x="4439601" y="6850386"/>
                </a:lnTo>
                <a:lnTo>
                  <a:pt x="4439601" y="6866961"/>
                </a:lnTo>
                <a:lnTo>
                  <a:pt x="1461368" y="6866961"/>
                </a:lnTo>
                <a:lnTo>
                  <a:pt x="1239326" y="6665155"/>
                </a:lnTo>
                <a:cubicBezTo>
                  <a:pt x="473607" y="5899437"/>
                  <a:pt x="0" y="4841606"/>
                  <a:pt x="0" y="3673158"/>
                </a:cubicBezTo>
                <a:cubicBezTo>
                  <a:pt x="0" y="2212599"/>
                  <a:pt x="740010" y="924878"/>
                  <a:pt x="1865549" y="164479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BC53670-73BD-CC66-ADFE-9FF051B841F6}"/>
              </a:ext>
            </a:extLst>
          </p:cNvPr>
          <p:cNvSpPr/>
          <p:nvPr/>
        </p:nvSpPr>
        <p:spPr>
          <a:xfrm flipH="1">
            <a:off x="0" y="202934"/>
            <a:ext cx="1785022" cy="6452131"/>
          </a:xfrm>
          <a:custGeom>
            <a:gdLst>
              <a:gd name="connsiteX0" fmla="*/ 1938683 w 1938683"/>
              <a:gd name="connsiteY0" fmla="*/ 0 h 7007553"/>
              <a:gd name="connsiteX1" fmla="*/ 1938683 w 1938683"/>
              <a:gd name="connsiteY1" fmla="*/ 1363315 h 7007553"/>
              <a:gd name="connsiteX2" fmla="*/ 1756987 w 1938683"/>
              <a:gd name="connsiteY2" fmla="*/ 1563232 h 7007553"/>
              <a:gd name="connsiteX3" fmla="*/ 1050862 w 1938683"/>
              <a:gd name="connsiteY3" fmla="*/ 3530203 h 7007553"/>
              <a:gd name="connsiteX4" fmla="*/ 1756987 w 1938683"/>
              <a:gd name="connsiteY4" fmla="*/ 5497174 h 7007553"/>
              <a:gd name="connsiteX5" fmla="*/ 1938683 w 1938683"/>
              <a:gd name="connsiteY5" fmla="*/ 5697090 h 7007553"/>
              <a:gd name="connsiteX6" fmla="*/ 1938683 w 1938683"/>
              <a:gd name="connsiteY6" fmla="*/ 7007553 h 7007553"/>
              <a:gd name="connsiteX7" fmla="*/ 1826805 w 1938683"/>
              <a:gd name="connsiteY7" fmla="*/ 6939585 h 7007553"/>
              <a:gd name="connsiteX8" fmla="*/ 0 w 1938683"/>
              <a:gd name="connsiteY8" fmla="*/ 3503776 h 7007553"/>
              <a:gd name="connsiteX9" fmla="*/ 1826805 w 1938683"/>
              <a:gd name="connsiteY9" fmla="*/ 67968 h 7007553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38683" h="7007553">
                <a:moveTo>
                  <a:pt x="1938683" y="0"/>
                </a:moveTo>
                <a:lnTo>
                  <a:pt x="1938683" y="1363315"/>
                </a:lnTo>
                <a:lnTo>
                  <a:pt x="1756987" y="1563232"/>
                </a:lnTo>
                <a:cubicBezTo>
                  <a:pt x="1315856" y="2097758"/>
                  <a:pt x="1050862" y="2783034"/>
                  <a:pt x="1050862" y="3530203"/>
                </a:cubicBezTo>
                <a:cubicBezTo>
                  <a:pt x="1050862" y="4277371"/>
                  <a:pt x="1315856" y="4962647"/>
                  <a:pt x="1756987" y="5497174"/>
                </a:cubicBezTo>
                <a:lnTo>
                  <a:pt x="1938683" y="5697090"/>
                </a:lnTo>
                <a:lnTo>
                  <a:pt x="1938683" y="7007553"/>
                </a:lnTo>
                <a:lnTo>
                  <a:pt x="1826805" y="6939585"/>
                </a:lnTo>
                <a:cubicBezTo>
                  <a:pt x="724642" y="6194978"/>
                  <a:pt x="0" y="4934002"/>
                  <a:pt x="0" y="3503776"/>
                </a:cubicBezTo>
                <a:cubicBezTo>
                  <a:pt x="0" y="2073551"/>
                  <a:pt x="724642" y="812574"/>
                  <a:pt x="1826805" y="67968"/>
                </a:cubicBezTo>
                <a:close/>
              </a:path>
            </a:pathLst>
          </a:cu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shape 5"/>
          <p:cNvPicPr>
            <a:picLocks noChangeAspect="1"/>
          </p:cNvPicPr>
          <p:nvPr/>
        </p:nvPicPr>
        <p:blipFill>
          <a:blip r:embed="rId3">
            <a:alphaModFix amt="17000"/>
            <a:lum contrast="18000"/>
          </a:blip>
          <a:srcRect l="14810" t="13784" r="15280" b="13238"/>
          <a:stretch>
            <a:fillRect/>
          </a:stretch>
        </p:blipFill>
        <p:spPr>
          <a:xfrm rot="3641862" flipH="1">
            <a:off x="3718560" y="2668905"/>
            <a:ext cx="2157095" cy="2252345"/>
          </a:xfrm>
          <a:prstGeom prst="rect">
            <a:avLst/>
          </a:prstGeom>
        </p:spPr>
      </p:pic>
      <p:pic>
        <p:nvPicPr>
          <p:cNvPr id="33" name="shape 32"/>
          <p:cNvPicPr>
            <a:picLocks noChangeAspect="1"/>
          </p:cNvPicPr>
          <p:nvPr/>
        </p:nvPicPr>
        <p:blipFill>
          <a:blip r:embed="rId3">
            <a:lum contrast="18000"/>
          </a:blip>
          <a:srcRect l="14810" t="13784" r="15280" b="13238"/>
          <a:stretch>
            <a:fillRect/>
          </a:stretch>
        </p:blipFill>
        <p:spPr>
          <a:xfrm rot="19980000" flipH="1">
            <a:off x="802640" y="1377315"/>
            <a:ext cx="4398010" cy="4591685"/>
          </a:xfrm>
          <a:prstGeom prst="rect">
            <a:avLst/>
          </a:prstGeom>
        </p:spPr>
      </p:pic>
      <p:sp>
        <p:nvSpPr>
          <p:cNvPr id="14" name="Text1">
            <a:extLst>
              <a:ext uri="{FF2B5EF4-FFF2-40B4-BE49-F238E27FC236}">
                <a16:creationId xmlns:a16="http://schemas.microsoft.com/office/drawing/2014/main" id="{9753C172-8F93-CE8A-5800-26BD585B013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 flipH="1">
            <a:off x="5394961" y="1530299"/>
            <a:ext cx="6238995" cy="24879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7200" b="1"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5" name="Text2">
            <a:extLst>
              <a:ext uri="{FF2B5EF4-FFF2-40B4-BE49-F238E27FC236}">
                <a16:creationId xmlns:a16="http://schemas.microsoft.com/office/drawing/2014/main" id="{A70E085F-9A5B-2B4C-1768-569EFED4A56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 flipH="1">
            <a:off x="5394995" y="4091890"/>
            <a:ext cx="6238995" cy="105573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6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</a:p>
        </p:txBody>
      </p:sp>
      <p:sp>
        <p:nvSpPr>
          <p:cNvPr id="16" name="Text3">
            <a:extLst>
              <a:ext uri="{FF2B5EF4-FFF2-40B4-BE49-F238E27FC236}">
                <a16:creationId xmlns:a16="http://schemas.microsoft.com/office/drawing/2014/main" id="{F932CB32-1C1B-9625-A84C-577E14FB761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 flipH="1">
            <a:off x="7207447" y="5343771"/>
            <a:ext cx="4179816" cy="443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百度文心助手</a:t>
            </a:r>
          </a:p>
        </p:txBody>
      </p:sp>
      <p:sp>
        <p:nvSpPr>
          <p:cNvPr id="17" name="Text4">
            <a:extLst>
              <a:ext uri="{FF2B5EF4-FFF2-40B4-BE49-F238E27FC236}">
                <a16:creationId xmlns:a16="http://schemas.microsoft.com/office/drawing/2014/main" id="{5C3785CE-B901-D429-8E50-6CCE766A801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 flipH="1">
            <a:off x="7207447" y="5684188"/>
            <a:ext cx="4179816" cy="45588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600">
                <a:effectLst>
                  <a:outerShdw blurRad="76200" dist="38100" dir="2700000" algn="ctr" rotWithShape="0">
                    <a:schemeClr val="accent1">
                      <a:alpha val="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2026.03.31</a:t>
            </a:r>
          </a:p>
        </p:txBody>
      </p:sp>
      <p:sp>
        <p:nvSpPr>
          <p:cNvPr id="18" name="图形 8">
            <a:extLst>
              <a:ext uri="{FF2B5EF4-FFF2-40B4-BE49-F238E27FC236}">
                <a16:creationId xmlns:a16="http://schemas.microsoft.com/office/drawing/2014/main" id="{92A05024-41BA-BB0E-86EC-EDCF601089BC}"/>
              </a:ext>
            </a:extLst>
          </p:cNvPr>
          <p:cNvSpPr/>
          <p:nvPr/>
        </p:nvSpPr>
        <p:spPr>
          <a:xfrm flipH="1">
            <a:off x="9877665" y="480350"/>
            <a:ext cx="1879378" cy="490663"/>
          </a:xfrm>
          <a:custGeom>
            <a:gdLst>
              <a:gd name="connsiteX0" fmla="*/ 284321 w 2520219"/>
              <a:gd name="connsiteY0" fmla="*/ 0 h 777716"/>
              <a:gd name="connsiteX1" fmla="*/ 2520220 w 2520219"/>
              <a:gd name="connsiteY1" fmla="*/ 0 h 777716"/>
              <a:gd name="connsiteX2" fmla="*/ 2520220 w 2520219"/>
              <a:gd name="connsiteY2" fmla="*/ 0 h 777716"/>
              <a:gd name="connsiteX3" fmla="*/ 2520220 w 2520219"/>
              <a:gd name="connsiteY3" fmla="*/ 493395 h 777716"/>
              <a:gd name="connsiteX4" fmla="*/ 2235899 w 2520219"/>
              <a:gd name="connsiteY4" fmla="*/ 777716 h 777716"/>
              <a:gd name="connsiteX5" fmla="*/ 0 w 2520219"/>
              <a:gd name="connsiteY5" fmla="*/ 777716 h 777716"/>
              <a:gd name="connsiteX6" fmla="*/ 0 w 2520219"/>
              <a:gd name="connsiteY6" fmla="*/ 777716 h 777716"/>
              <a:gd name="connsiteX7" fmla="*/ 0 w 2520219"/>
              <a:gd name="connsiteY7" fmla="*/ 284321 h 777716"/>
              <a:gd name="connsiteX8" fmla="*/ 284321 w 2520219"/>
              <a:gd name="connsiteY8" fmla="*/ 0 h 77771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20219" h="777716">
                <a:moveTo>
                  <a:pt x="284321" y="0"/>
                </a:moveTo>
                <a:lnTo>
                  <a:pt x="2520220" y="0"/>
                </a:lnTo>
                <a:lnTo>
                  <a:pt x="2520220" y="0"/>
                </a:lnTo>
                <a:lnTo>
                  <a:pt x="2520220" y="493395"/>
                </a:lnTo>
                <a:cubicBezTo>
                  <a:pt x="2520220" y="650421"/>
                  <a:pt x="2392928" y="777716"/>
                  <a:pt x="2235899" y="777716"/>
                </a:cubicBezTo>
                <a:lnTo>
                  <a:pt x="0" y="777716"/>
                </a:lnTo>
                <a:lnTo>
                  <a:pt x="0" y="777716"/>
                </a:lnTo>
                <a:lnTo>
                  <a:pt x="0" y="284321"/>
                </a:lnTo>
                <a:cubicBezTo>
                  <a:pt x="0" y="127295"/>
                  <a:pt x="127295" y="0"/>
                  <a:pt x="28432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31A20E2-8AE0-CFE8-1454-3C62F704D73D}"/>
              </a:ext>
            </a:extLst>
          </p:cNvPr>
          <p:cNvSpPr/>
          <p:nvPr/>
        </p:nvSpPr>
        <p:spPr>
          <a:xfrm flipH="1">
            <a:off x="11548688" y="5477374"/>
            <a:ext cx="85302" cy="20681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8289813-FA31-7829-6570-3C2F85E0D267}"/>
              </a:ext>
            </a:extLst>
          </p:cNvPr>
          <p:cNvSpPr/>
          <p:nvPr/>
        </p:nvSpPr>
        <p:spPr>
          <a:xfrm flipH="1">
            <a:off x="11548688" y="5801101"/>
            <a:ext cx="85302" cy="20681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等线" panose="02110004020202020204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Text5">
            <a:extLst>
              <a:ext uri="{FF2B5EF4-FFF2-40B4-BE49-F238E27FC236}">
                <a16:creationId xmlns:a16="http://schemas.microsoft.com/office/drawing/2014/main" id="{438F8AAB-4DA8-AD19-61AF-03AC90B1420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 flipH="1">
            <a:off x="9993413" y="555584"/>
            <a:ext cx="1640577" cy="345497"/>
          </a:xfrm>
          <a:prstGeom prst="rect">
            <a:avLst/>
          </a:prstGeom>
          <a:noFill/>
        </p:spPr>
        <p:txBody>
          <a:bodyPr wrap="square" rtlCol="0" anchor="ctr">
            <a:normAutofit fontScale="9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百度文心助手 Team</a:t>
            </a:r>
          </a:p>
        </p:txBody>
      </p:sp>
    </p:spTree>
    <p:custDataLst>
      <p:custData r:id="rId9"/>
      <p:tags r:id="rId10"/>
    </p:custDataLst>
    <p:extLst>
      <p:ext uri="{BB962C8B-B14F-4D97-AF65-F5344CB8AC3E}">
        <p14:creationId val="1162673735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YOO_CHATSHAPE_TYPE" val="YOO_CHATSHAPE_TITLE"/>
</p:tagLst>
</file>

<file path=ppt/tags/tag2.xml><?xml version="1.0" encoding="utf-8"?>
<p:tagLst xmlns:p="http://schemas.openxmlformats.org/presentationml/2006/main">
  <p:tag name="TAG_CHATSHAPE_SUBTITLE_TYPE" val="TAG_CHATSHAPE_SUBTITLE_ENGLISH"/>
  <p:tag name="YOO_CHATSHAPE_TYPE" val="YOO_CHATSHAPE_SUBTITLE"/>
</p:tagLst>
</file>

<file path=ppt/tags/tag3.xml><?xml version="1.0" encoding="utf-8"?>
<p:tagLst xmlns:p="http://schemas.openxmlformats.org/presentationml/2006/main">
  <p:tag name="YOO_CHATSHAPE_AUTHOR" val="百度文心助手"/>
  <p:tag name="YOO_CHATSHAPE_TYPE" val="YOO_CHATSHAPE_AUTHOR"/>
</p:tagLst>
</file>

<file path=ppt/tags/tag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ags/tag5.xml><?xml version="1.0" encoding="utf-8"?>
<p:tagLst xmlns:p="http://schemas.openxmlformats.org/presentationml/2006/main">
  <p:tag name="YOO_CHATSHAPE_COMPANY" val="百度文心助手 Team"/>
  <p:tag name="YOO_CHATSHAPE_TYPE" val="YOO_CHATSHAPE_COMPANY"/>
</p:tagLst>
</file>

<file path=ppt/tags/tag6.xml><?xml version="1.0" encoding="utf-8"?>
<p:tagLst xmlns:p="http://schemas.openxmlformats.org/presentationml/2006/main">
  <p:tag name="TAG_AIGCCREATORID" val="AIGC生成内容仅供参考-2026/3/31 20:58:45"/>
  <p:tag name="YOO_CHATPAGE_TYPE" val="TAG_CHATPAGE_COVER"/>
  <p:tag name="YOO_CHATSHAPE_TITLE" val="PPT技能提升指南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YOO_CHATSHAPE_ITEM" val="1"/>
  <p:tag name="YOO_CHATSHAPE_TYPE" val="YOO_CHATSHAPE_ITEM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11.xml><?xml version="1.0" encoding="utf-8"?>
<p:tagLst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12.xml><?xml version="1.0" encoding="utf-8"?>
<p:tagLst xmlns:p="http://schemas.openxmlformats.org/presentationml/2006/main">
  <p:tag name="YOO_CHATSHAPE_ITEM" val="2"/>
  <p:tag name="YOO_CHATSHAPE_TYPE" val="YOO_CHATSHAPE_ITEM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15.xml><?xml version="1.0" encoding="utf-8"?>
<p:tagLst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16.xml><?xml version="1.0" encoding="utf-8"?>
<p:tagLst xmlns:p="http://schemas.openxmlformats.org/presentationml/2006/main">
  <p:tag name="YOO_CHATSHAPE_ITEM" val="3"/>
  <p:tag name="YOO_CHATSHAPE_TYPE" val="YOO_CHATSHAPE_ITEM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19.xml><?xml version="1.0" encoding="utf-8"?>
<p:tagLst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20.xml><?xml version="1.0" encoding="utf-8"?>
<p:tagLst xmlns:p="http://schemas.openxmlformats.org/presentationml/2006/main">
  <p:tag name="YOO_CHATSHAPE_ITEM" val="4"/>
  <p:tag name="YOO_CHATSHAPE_TYPE" val="YOO_CHATSHAPE_ITEM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  <p:tag name="KSO_WM_UNIT_TEXT_FILL_FORE_SCHEMECOLOR_INDEX" val="15"/>
  <p:tag name="KSO_WM_UNIT_TEXT_FILL_FORE_SCHEMECOLOR_INDEX_BRIGHTNESS" val="0"/>
  <p:tag name="KSO_WM_UNIT_TEXT_FILL_TYPE" val="1"/>
  <p:tag name="YOO_CHAT_DIAGRAM_SHAPETYPE" val="YOO_CHATSHAPE_DIAGRAM_TITLE"/>
</p:tagLst>
</file>

<file path=ppt/tags/tag23.xml><?xml version="1.0" encoding="utf-8"?>
<p:tagLst xmlns:p="http://schemas.openxmlformats.org/presentationml/2006/main">
  <p:tag name="KSO_WM_BEAUTIFY_FLAG" val=""/>
  <p:tag name="YOO_CHAT_DIAGRAM_SHAPETYPE" val="YOO_CHAT_DIAGRAM_NUM"/>
  <p:tag name="YOO_CHATSHAPE_TYPE" val="YOO_CHATSHAPE_NUM"/>
</p:tagLst>
</file>

<file path=ppt/tags/tag24.xml><?xml version="1.0" encoding="utf-8"?>
<p:tagLst xmlns:p="http://schemas.openxmlformats.org/presentationml/2006/main">
  <p:tag name="TAG_AIGCCREATORID" val="AIGC生成内容仅供参考-2026/3/31 20:58:45"/>
  <p:tag name="YOO_CHATPAGE_TYPE" val="TAG_CHATPAGE_CATALOG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5.xml><?xml version="1.0" encoding="utf-8"?>
<p:tagLst xmlns:p="http://schemas.openxmlformats.org/presentationml/2006/main">
  <p:tag name="KSO_WM_BEAUTIFY_FLAG" val=""/>
  <p:tag name="YOO_CHATSHAPE_TYPE" val="YOO_CHATSHAPE_TITLE"/>
</p:tagLst>
</file>

<file path=ppt/tags/tag26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27.xml><?xml version="1.0" encoding="utf-8"?>
<p:tagLst xmlns:p="http://schemas.openxmlformats.org/presentationml/2006/main">
  <p:tag name="TAG_CHATPAGE_CHAPTER" val="0"/>
  <p:tag name="YOO_CHATSHAPE_TYPE" val="YOO_CHATSHAPE_NUM"/>
</p:tagLst>
</file>

<file path=ppt/tags/tag28.xml><?xml version="1.0" encoding="utf-8"?>
<p:tagLst xmlns:p="http://schemas.openxmlformats.org/presentationml/2006/main">
  <p:tag name="TAG_AIGCCREATORID" val="AIGC生成内容仅供参考-2026/3/31 20:58:45"/>
  <p:tag name="TAG_CHAPTER_ID" val="0"/>
  <p:tag name="YOO_CHATPAGE_TYPE" val="TAG_CHATPAGE_CHAPTER"/>
  <p:tag name="YOO_CHATSHAPE_TITLE" val="PPT基础概念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9.xml><?xml version="1.0" encoding="utf-8"?>
<p:tagLst xmlns:p="http://schemas.openxmlformats.org/presentationml/2006/main">
  <p:tag name="YOO_CHATSHAPE_TYPE" val="YOO_CHATSHAPE_DECORATION"/>
</p:tagLst>
</file>

<file path=ppt/tags/tag30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1"/>
  <p:tag name="YOO_CHATSHAPE_TYPE" val="YOO_CHATSHAPE_CHILDTITLE"/>
</p:tagLst>
</file>

<file path=ppt/tags/tag31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1"/>
  <p:tag name="YOO_CHATSHAPE_TYPE" val="YOO_CHATSHAPE_CHILDCONTENT"/>
</p:tagLst>
</file>

<file path=ppt/tags/tag32.xml><?xml version="1.0" encoding="utf-8"?>
<p:tagLst xmlns:p="http://schemas.openxmlformats.org/presentationml/2006/main">
  <p:tag name="TAG_CONTENT_DIAGRAM_INDEX" val="aeeedfe6b5f54880a8369cf7b9be803e"/>
  <p:tag name="TAG_CONTENT_GROUPCOUNT" val="3"/>
  <p:tag name="YOO_CHATSHAPE_TYPE" val="YOO_CHATSHAPE_CONTENT"/>
</p:tagLst>
</file>

<file path=ppt/tags/tag33.xml><?xml version="1.0" encoding="utf-8"?>
<p:tagLst xmlns:p="http://schemas.openxmlformats.org/presentationml/2006/main">
  <p:tag name="TAG_CONTENT_DIAGRAM_INDEX" val="aeeedfe6b5f54880a8369cf7b9be803e"/>
  <p:tag name="TAG_CONTENT_GROUPCOUNT" val="3"/>
  <p:tag name="YOO_CHATSHAPE_TYPE" val="YOO_CHATSHAPE_CONTENT"/>
</p:tagLst>
</file>

<file path=ppt/tags/tag34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3"/>
  <p:tag name="YOO_CHATSHAPE_TYPE" val="YOO_CHATSHAPE_CHILDTITLE"/>
</p:tagLst>
</file>

<file path=ppt/tags/tag35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3"/>
  <p:tag name="YOO_CHATSHAPE_TYPE" val="YOO_CHATSHAPE_CHILDCONTENT"/>
</p:tagLst>
</file>

<file path=ppt/tags/tag36.xml><?xml version="1.0" encoding="utf-8"?>
<p:tagLst xmlns:p="http://schemas.openxmlformats.org/presentationml/2006/main">
  <p:tag name="YOO_CHATSHAPE_TYPE" val="YOO_CHATSHAPE_IMAGE"/>
</p:tagLst>
</file>

<file path=ppt/tags/tag37.xml><?xml version="1.0" encoding="utf-8"?>
<p:tagLst xmlns:p="http://schemas.openxmlformats.org/presentationml/2006/main">
  <p:tag name="YOO_CHATSHAPE_TYPE" val="YOO_CHATSHAPE_DECORATION"/>
</p:tagLst>
</file>

<file path=ppt/tags/tag38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2"/>
  <p:tag name="YOO_CHATSHAPE_TYPE" val="YOO_CHATSHAPE_CHILDTITLE"/>
</p:tagLst>
</file>

<file path=ppt/tags/tag39.xml><?xml version="1.0" encoding="utf-8"?>
<p:tagLst xmlns:p="http://schemas.openxmlformats.org/presentationml/2006/main">
  <p:tag name="TAG_CONTENT_DIAGRAM_INDEX" val="aeeedfe6b5f54880a8369cf7b9be803e"/>
  <p:tag name="TAG_CONTENT_GROUPCOUNT" val="3"/>
  <p:tag name="TAG_CONTENT_GROUPINDEX" val="2"/>
  <p:tag name="YOO_CHATSHAPE_TYPE" val="YOO_CHATSHAPE_CHILDCONTENT"/>
</p:tagLst>
</file>

<file path=ppt/tags/tag40.xml><?xml version="1.0" encoding="utf-8"?>
<p:tagLst xmlns:p="http://schemas.openxmlformats.org/presentationml/2006/main">
  <p:tag name="TAG_CHATSHAPE_LINK" val="sp:标题"/>
  <p:tag name="TAG_CONTENT_DIAGRAM_INDEX" val="1116ba4f8aa7461a97cd5de3f6783096"/>
  <p:tag name="TAG_CONTENT_GROUPCOUNT" val="3"/>
  <p:tag name="TAG_CONTENT_GROUPINDEX" val="1"/>
  <p:tag name="TAG_CONTENT_SUBINDEX" val="1"/>
  <p:tag name="YOO_CHATSHAPE_TYPE" val="YOO_CHATSHAPE_PAGEDECORATE"/>
</p:tagLst>
</file>

<file path=ppt/tags/tag41.xml><?xml version="1.0" encoding="utf-8"?>
<p:tagLst xmlns:p="http://schemas.openxmlformats.org/presentationml/2006/main">
  <p:tag name="YOO_CHATSHAPE_TYPE" val="YOO_CHATSHAPE_TITLE"/>
</p:tagLst>
</file>

<file path=ppt/tags/tag42.xml><?xml version="1.0" encoding="utf-8"?>
<p:tagLst xmlns:p="http://schemas.openxmlformats.org/presentationml/2006/main">
  <p:tag name="TAG_AIGCCREATORID" val="AIGC生成内容仅供参考-2026/3/31 20:58:45"/>
  <p:tag name="TAG_CHAPTER_ID" val="0"/>
  <p:tag name="TAG_CONTENT_TYPE" val="二级大纲3"/>
  <p:tag name="TAG_SECTION_ID" val="0"/>
  <p:tag name="YOO_CHATPAGE_TYPE" val="TAG_CHATPAGE_MULTCONTENT"/>
  <p:tag name="YOO_CHATSHAPE_TITLE" val="PPT的定义与作用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43.xml><?xml version="1.0" encoding="utf-8"?>
<p:tagLst xmlns:p="http://schemas.openxmlformats.org/presentationml/2006/main">
  <p:tag name="YOO_CHATSHAPE_TYPE" val="YOO_CHATSHAPE_TITLE"/>
</p:tagLst>
</file>

<file path=ppt/tags/tag44.xml><?xml version="1.0" encoding="utf-8"?>
<p:tagLst xmlns:p="http://schemas.openxmlformats.org/presentationml/2006/main">
  <p:tag name="TAG_CONTENT_SUBINDEX" val="1"/>
  <p:tag name="YOO_CHATSHAPE_TYPE" val="YOO_CHATSHAPE_PAGEDECORATE"/>
</p:tagLst>
</file>

<file path=ppt/tags/tag45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46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47.xml><?xml version="1.0" encoding="utf-8"?>
<p:tagLst xmlns:p="http://schemas.openxmlformats.org/presentationml/2006/main">
  <p:tag name="TAG_CONTENT_SUBINDEX" val="1"/>
  <p:tag name="YOO_CHATSHAPE_TYPE" val="YOO_CHATSHAPE_DECORATION"/>
</p:tagLst>
</file>

<file path=ppt/tags/tag48.xml><?xml version="1.0" encoding="utf-8"?>
<p:tagLst xmlns:p="http://schemas.openxmlformats.org/presentationml/2006/main">
  <p:tag name="TAG_CHATSHAPE_LINK" val="sp:子标题1"/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CHILDDECORATE"/>
</p:tagLst>
</file>

<file path=ppt/tags/tag49.xml><?xml version="1.0" encoding="utf-8"?>
<p:tagLst xmlns:p="http://schemas.openxmlformats.org/presentationml/2006/main">
  <p:tag name="TAG_CHATSHAPE_LINK" val="sp:子标题2"/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CHILDDECORATE"/>
</p:tagLst>
</file>

<file path=ppt/tags/tag50.xml><?xml version="1.0" encoding="utf-8"?>
<p:tagLst xmlns:p="http://schemas.openxmlformats.org/presentationml/2006/main">
  <p:tag name="TAG_CHATSHAPE_LINK" val="sp:子标题3"/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CHILDDECORATE"/>
</p:tagLst>
</file>

<file path=ppt/tags/tag51.xml><?xml version="1.0" encoding="utf-8"?>
<p:tagLst xmlns:p="http://schemas.openxmlformats.org/presentationml/2006/main">
  <p:tag name="TAG_CHATSHAPE_LINK" val="sp:子标题4"/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CHILDDECORATE"/>
</p:tagLst>
</file>

<file path=ppt/tags/tag52.xml><?xml version="1.0" encoding="utf-8"?>
<p:tagLst xmlns:p="http://schemas.openxmlformats.org/presentationml/2006/main">
  <p:tag name="TAG_CHATSHAPE_LINK" val="sp:子标题3"/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CHILDDECORATE"/>
</p:tagLst>
</file>

<file path=ppt/tags/tag53.xml><?xml version="1.0" encoding="utf-8"?>
<p:tagLst xmlns:p="http://schemas.openxmlformats.org/presentationml/2006/main">
  <p:tag name="TAG_CHATSHAPE_LINK" val="sp:子标题3"/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DECORATION"/>
</p:tagLst>
</file>

<file path=ppt/tags/tag54.xml><?xml version="1.0" encoding="utf-8"?>
<p:tagLst xmlns:p="http://schemas.openxmlformats.org/presentationml/2006/main">
  <p:tag name="TAG_CHATSHAPE_LINK" val="sp:子标题3"/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DECORATION"/>
</p:tagLst>
</file>

<file path=ppt/tags/tag55.xml><?xml version="1.0" encoding="utf-8"?>
<p:tagLst xmlns:p="http://schemas.openxmlformats.org/presentationml/2006/main">
  <p:tag name="TAG_CHATSHAPE_LINK" val="sp:子标题4"/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CHILDDECORATE"/>
</p:tagLst>
</file>

<file path=ppt/tags/tag56.xml><?xml version="1.0" encoding="utf-8"?>
<p:tagLst xmlns:p="http://schemas.openxmlformats.org/presentationml/2006/main">
  <p:tag name="TAG_CHATSHAPE_LINK" val="sp:子标题4"/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DECORATION"/>
</p:tagLst>
</file>

<file path=ppt/tags/tag57.xml><?xml version="1.0" encoding="utf-8"?>
<p:tagLst xmlns:p="http://schemas.openxmlformats.org/presentationml/2006/main">
  <p:tag name="TAG_CHATSHAPE_LINK" val="sp:子标题4"/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DECORATION"/>
</p:tagLst>
</file>

<file path=ppt/tags/tag58.xml><?xml version="1.0" encoding="utf-8"?>
<p:tagLst xmlns:p="http://schemas.openxmlformats.org/presentationml/2006/main">
  <p:tag name="TAG_CHATSHAPE_LINK" val="sp:子标题1"/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CHILDDECORATE"/>
</p:tagLst>
</file>

<file path=ppt/tags/tag59.xml><?xml version="1.0" encoding="utf-8"?>
<p:tagLst xmlns:p="http://schemas.openxmlformats.org/presentationml/2006/main">
  <p:tag name="TAG_CHATSHAPE_LINK" val="sp:子标题1"/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DECORATION"/>
</p:tagLst>
</file>

<file path=ppt/tags/tag60.xml><?xml version="1.0" encoding="utf-8"?>
<p:tagLst xmlns:p="http://schemas.openxmlformats.org/presentationml/2006/main">
  <p:tag name="TAG_CHATSHAPE_LINK" val="sp:子标题1"/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DECORATION"/>
</p:tagLst>
</file>

<file path=ppt/tags/tag61.xml><?xml version="1.0" encoding="utf-8"?>
<p:tagLst xmlns:p="http://schemas.openxmlformats.org/presentationml/2006/main">
  <p:tag name="TAG_CHATSHAPE_LINK" val="sp:子标题2"/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CHILDDECORATE"/>
</p:tagLst>
</file>

<file path=ppt/tags/tag62.xml><?xml version="1.0" encoding="utf-8"?>
<p:tagLst xmlns:p="http://schemas.openxmlformats.org/presentationml/2006/main">
  <p:tag name="TAG_CHATSHAPE_LINK" val="sp:子标题2"/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DECORATION"/>
</p:tagLst>
</file>

<file path=ppt/tags/tag63.xml><?xml version="1.0" encoding="utf-8"?>
<p:tagLst xmlns:p="http://schemas.openxmlformats.org/presentationml/2006/main">
  <p:tag name="TAG_CHATSHAPE_LINK" val="sp:子标题2"/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DECORATION"/>
</p:tagLst>
</file>

<file path=ppt/tags/tag64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CHILDCONTENT"/>
</p:tagLst>
</file>

<file path=ppt/tags/tag65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CHILDTITLE"/>
</p:tagLst>
</file>

<file path=ppt/tags/tag66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CHILDCONTENT"/>
</p:tagLst>
</file>

<file path=ppt/tags/tag67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CHILDTITLE"/>
</p:tagLst>
</file>

<file path=ppt/tags/tag68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CHILDCONTENT"/>
</p:tagLst>
</file>

<file path=ppt/tags/tag69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CHILDTITLE"/>
</p:tagLst>
</file>

<file path=ppt/tags/tag70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CHILDCONTENT"/>
</p:tagLst>
</file>

<file path=ppt/tags/tag71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CHILDTITLE"/>
</p:tagLst>
</file>

<file path=ppt/tags/tag72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ICON"/>
</p:tagLst>
</file>

<file path=ppt/tags/tag73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DECORATION"/>
</p:tagLst>
</file>

<file path=ppt/tags/tag74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2"/>
  <p:tag name="TAG_CONTENT_SUBINDEX" val="2"/>
  <p:tag name="YOO_CHATSHAPE_TYPE" val="YOO_CHATSHAPE_DECORATION"/>
</p:tagLst>
</file>

<file path=ppt/tags/tag75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4"/>
  <p:tag name="TAG_CONTENT_SUBINDEX" val="4"/>
  <p:tag name="YOO_CHATSHAPE_TYPE" val="YOO_CHATSHAPE_ICON"/>
</p:tagLst>
</file>

<file path=ppt/tags/tag76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ICON"/>
</p:tagLst>
</file>

<file path=ppt/tags/tag77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DECORATION"/>
</p:tagLst>
</file>

<file path=ppt/tags/tag78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3"/>
  <p:tag name="TAG_CONTENT_SUBINDEX" val="3"/>
  <p:tag name="YOO_CHATSHAPE_TYPE" val="YOO_CHATSHAPE_DECORATION"/>
</p:tagLst>
</file>

<file path=ppt/tags/tag79.xml><?xml version="1.0" encoding="utf-8"?>
<p:tagLst xmlns:p="http://schemas.openxmlformats.org/presentationml/2006/main">
  <p:tag name="TAG_CONTENT_DIAGRAM_INDEX" val="04885fac964648b9bd8034bb40be7580"/>
  <p:tag name="TAG_CONTENT_GROUPCOUNT" val="4"/>
  <p:tag name="TAG_CONTENT_GROUPINDEX" val="1"/>
  <p:tag name="TAG_CONTENT_SUBINDEX" val="1"/>
  <p:tag name="YOO_CHATSHAPE_TYPE" val="YOO_CHATSHAPE_ICON"/>
</p:tagLst>
</file>

<file path=ppt/tags/tag80.xml><?xml version="1.0" encoding="utf-8"?>
<p:tagLst xmlns:p="http://schemas.openxmlformats.org/presentationml/2006/main">
  <p:tag name="TAG_AIGCCREATORID" val="AIGC生成内容仅供参考-2026/3/31 20:58:45"/>
  <p:tag name="TAG_CHAPTER_ID" val="0"/>
  <p:tag name="TAG_CONTENT_TYPE" val="二级大纲4"/>
  <p:tag name="TAG_SECTION_ID" val="1"/>
  <p:tag name="YOO_CHATPAGE_TYPE" val="TAG_CHATPAGE_MULTCONTENT"/>
  <p:tag name="YOO_CHATSHAPE_TITLE" val="PPT的设计原则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81.xml><?xml version="1.0" encoding="utf-8"?>
<p:tagLst xmlns:p="http://schemas.openxmlformats.org/presentationml/2006/main">
  <p:tag name="YOO_CHATSHAPE_TYPE" val="YOO_CHATSHAPE_MASK"/>
</p:tagLst>
</file>

<file path=ppt/tags/tag82.xml><?xml version="1.0" encoding="utf-8"?>
<p:tagLst xmlns:p="http://schemas.openxmlformats.org/presentationml/2006/main">
  <p:tag name="YOO_CHATSHAPE_TYPE" val="YOO_CHATSHAPE_IMAGE"/>
</p:tagLst>
</file>

<file path=ppt/tags/tag83.xml><?xml version="1.0" encoding="utf-8"?>
<p:tagLst xmlns:p="http://schemas.openxmlformats.org/presentationml/2006/main">
  <p:tag name="YOO_CHATSHAPE_TYPE" val="YOO_CHATSHAPE_DECORATION"/>
</p:tagLst>
</file>

<file path=ppt/tags/tag84.xml><?xml version="1.0" encoding="utf-8"?>
<p:tagLst xmlns:p="http://schemas.openxmlformats.org/presentationml/2006/main">
  <p:tag name="YOO_CHATSHAPE_TYPE" val="YOO_CHATSHAPE_TITLE"/>
</p:tagLst>
</file>

<file path=ppt/tags/tag85.xml><?xml version="1.0" encoding="utf-8"?>
<p:tagLst xmlns:p="http://schemas.openxmlformats.org/presentationml/2006/main">
  <p:tag name="YOO_CHATSHAPE_TYPE" val="YOO_CHATSHAPE_CONTENT"/>
</p:tagLst>
</file>

<file path=ppt/tags/tag86.xml><?xml version="1.0" encoding="utf-8"?>
<p:tagLst xmlns:p="http://schemas.openxmlformats.org/presentationml/2006/main">
  <p:tag name="TAG_AIGCCREATORID" val="AIGC生成内容仅供参考-2026/3/31 20:58:45"/>
  <p:tag name="TAG_CHAPTER_ID" val="0"/>
  <p:tag name="TAG_CONTENT_TYPE" val="1标题1内容1图"/>
  <p:tag name="TAG_SECTION_ID" val="2"/>
  <p:tag name="YOO_CHATPAGE_TYPE" val="TAG_CHATPAGE_CONTENT"/>
  <p:tag name="YOO_CHATSHAPE_TITLE" val="PPT的制作流程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87.xml><?xml version="1.0" encoding="utf-8"?>
<p:tagLst xmlns:p="http://schemas.openxmlformats.org/presentationml/2006/main">
  <p:tag name="KSO_WM_BEAUTIFY_FLAG" val=""/>
  <p:tag name="YOO_CHATSHAPE_TYPE" val="YOO_CHATSHAPE_TITLE"/>
</p:tagLst>
</file>

<file path=ppt/tags/tag88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89.xml><?xml version="1.0" encoding="utf-8"?>
<p:tagLst xmlns:p="http://schemas.openxmlformats.org/presentationml/2006/main">
  <p:tag name="TAG_CHATPAGE_CHAPTER" val="1"/>
  <p:tag name="YOO_CHATSHAPE_TYPE" val="YOO_CHATSHAPE_NUM"/>
</p:tagLst>
</file>

<file path=ppt/tags/tag90.xml><?xml version="1.0" encoding="utf-8"?>
<p:tagLst xmlns:p="http://schemas.openxmlformats.org/presentationml/2006/main">
  <p:tag name="TAG_AIGCCREATORID" val="AIGC生成内容仅供参考-2026/3/31 20:58:45"/>
  <p:tag name="TAG_CHAPTER_ID" val="1"/>
  <p:tag name="YOO_CHATPAGE_TYPE" val="TAG_CHATPAGE_CHAPTER"/>
  <p:tag name="YOO_CHATSHAPE_TITLE" val="PPT高级技巧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91.xml><?xml version="1.0" encoding="utf-8"?>
<p:tagLst xmlns:p="http://schemas.openxmlformats.org/presentationml/2006/main">
  <p:tag name="YOO_CHATSHAPE_TYPE" val="YOO_CHATSHAPE_TITLE"/>
</p:tagLst>
</file>

<file path=ppt/tags/tag92.xml><?xml version="1.0" encoding="utf-8"?>
<p:tagLst xmlns:p="http://schemas.openxmlformats.org/presentationml/2006/main">
  <p:tag name="TAG_CHATSHAPE_LINK" val="sp:子标题1"/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CHILDDECORATE"/>
</p:tagLst>
</file>

<file path=ppt/tags/tag93.xml><?xml version="1.0" encoding="utf-8"?>
<p:tagLst xmlns:p="http://schemas.openxmlformats.org/presentationml/2006/main">
  <p:tag name="TAG_CHATSHAPE_LINK" val="sp:子标题1"/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CHILDDECORATE"/>
</p:tagLst>
</file>

<file path=ppt/tags/tag94.xml><?xml version="1.0" encoding="utf-8"?>
<p:tagLst xmlns:p="http://schemas.openxmlformats.org/presentationml/2006/main">
  <p:tag name="TAG_CHATSHAPE_LINK" val="sp:子标题2"/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CHILDDECORATE"/>
</p:tagLst>
</file>

<file path=ppt/tags/tag95.xml><?xml version="1.0" encoding="utf-8"?>
<p:tagLst xmlns:p="http://schemas.openxmlformats.org/presentationml/2006/main">
  <p:tag name="TAG_CHATSHAPE_LINK" val="sp:子标题2"/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CHILDDECORATE"/>
</p:tagLst>
</file>

<file path=ppt/tags/tag96.xml><?xml version="1.0" encoding="utf-8"?>
<p:tagLst xmlns:p="http://schemas.openxmlformats.org/presentationml/2006/main">
  <p:tag name="TAG_CHATSHAPE_LINK" val="sp:子标题3"/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CHILDDECORATE"/>
</p:tagLst>
</file>

<file path=ppt/tags/tag97.xml><?xml version="1.0" encoding="utf-8"?>
<p:tagLst xmlns:p="http://schemas.openxmlformats.org/presentationml/2006/main">
  <p:tag name="TAG_CHATSHAPE_LINK" val="sp:子标题3"/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CHILDDECORATE"/>
</p:tagLst>
</file>

<file path=ppt/tags/tag98.xml><?xml version="1.0" encoding="utf-8"?>
<p:tagLst xmlns:p="http://schemas.openxmlformats.org/presentationml/2006/main">
  <p:tag name="TAG_CHATSHAPE_LINK" val="sp:子标题4"/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CHILDDECORATE"/>
</p:tagLst>
</file>

<file path=ppt/tags/tag99.xml><?xml version="1.0" encoding="utf-8"?>
<p:tagLst xmlns:p="http://schemas.openxmlformats.org/presentationml/2006/main">
  <p:tag name="TAG_CHATSHAPE_LINK" val="sp:子标题4"/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CHILDDECORATE"/>
</p:tagLst>
</file>

<file path=ppt/tags/tag100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CHILDCONTENT"/>
</p:tagLst>
</file>

<file path=ppt/tags/tag101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CHILDTITLE"/>
</p:tagLst>
</file>

<file path=ppt/tags/tag102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CHILDCONTENT"/>
</p:tagLst>
</file>

<file path=ppt/tags/tag103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CHILDTITLE"/>
</p:tagLst>
</file>

<file path=ppt/tags/tag104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CHILDCONTENT"/>
</p:tagLst>
</file>

<file path=ppt/tags/tag105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CHILDTITLE"/>
</p:tagLst>
</file>

<file path=ppt/tags/tag106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CHILDCONTENT"/>
</p:tagLst>
</file>

<file path=ppt/tags/tag107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CHILDTITLE"/>
</p:tagLst>
</file>

<file path=ppt/tags/tag108.xml><?xml version="1.0" encoding="utf-8"?>
<p:tagLst xmlns:p="http://schemas.openxmlformats.org/presentationml/2006/main">
  <p:tag name="TAG_CHATSHAPE_LINK" val="sp:子标题1"/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CHILDDECORATE"/>
</p:tagLst>
</file>

<file path=ppt/tags/tag109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ICON"/>
</p:tagLst>
</file>

<file path=ppt/tags/tag110.xml><?xml version="1.0" encoding="utf-8"?>
<p:tagLst xmlns:p="http://schemas.openxmlformats.org/presentationml/2006/main">
  <p:tag name="TAG_CHATSHAPE_LINK" val="sp:子标题2"/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CHILDDECORATE"/>
</p:tagLst>
</file>

<file path=ppt/tags/tag111.xml><?xml version="1.0" encoding="utf-8"?>
<p:tagLst xmlns:p="http://schemas.openxmlformats.org/presentationml/2006/main">
  <p:tag name="TAG_CHATSHAPE_LINK" val="sp:子标题1"/>
  <p:tag name="TAG_CONTENT_DIAGRAM_INDEX" val="6b94d7cd10044a7298a3474c5fc25055"/>
  <p:tag name="TAG_CONTENT_GROUPCOUNT" val="5"/>
  <p:tag name="TAG_CONTENT_GROUPINDEX" val="3"/>
  <p:tag name="TAG_CONTENT_SUBINDEX" val="1"/>
  <p:tag name="YOO_CHATSHAPE_TYPE" val="YOO_CHATSHAPE_CHILDDECORATE"/>
</p:tagLst>
</file>

<file path=ppt/tags/tag112.xml><?xml version="1.0" encoding="utf-8"?>
<p:tagLst xmlns:p="http://schemas.openxmlformats.org/presentationml/2006/main">
  <p:tag name="TAG_CHATSHAPE_LINK" val="sp:子标题4"/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CHILDDECORATE"/>
</p:tagLst>
</file>

<file path=ppt/tags/tag113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ICON"/>
</p:tagLst>
</file>

<file path=ppt/tags/tag114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ICON"/>
</p:tagLst>
</file>

<file path=ppt/tags/tag115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ICON"/>
</p:tagLst>
</file>

<file path=ppt/tags/tag116.xml><?xml version="1.0" encoding="utf-8"?>
<p:tagLst xmlns:p="http://schemas.openxmlformats.org/presentationml/2006/main">
  <p:tag name="TAG_CHATSHAPE_LINK" val="sp:子标题5"/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CHILDDECORATE"/>
</p:tagLst>
</file>

<file path=ppt/tags/tag117.xml><?xml version="1.0" encoding="utf-8"?>
<p:tagLst xmlns:p="http://schemas.openxmlformats.org/presentationml/2006/main">
  <p:tag name="TAG_CHATSHAPE_LINK" val="sp:子标题5"/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CHILDDECORATE"/>
</p:tagLst>
</file>

<file path=ppt/tags/tag118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CHILDCONTENT"/>
</p:tagLst>
</file>

<file path=ppt/tags/tag119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CHILDTITLE"/>
</p:tagLst>
</file>

<file path=ppt/tags/tag120.xml><?xml version="1.0" encoding="utf-8"?>
<p:tagLst xmlns:p="http://schemas.openxmlformats.org/presentationml/2006/main">
  <p:tag name="TAG_CHATSHAPE_LINK" val="sp:子标题5"/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CHILDDECORATE"/>
</p:tagLst>
</file>

<file path=ppt/tags/tag121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ICON"/>
</p:tagLst>
</file>

<file path=ppt/tags/tag122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1"/>
  <p:tag name="TAG_CONTENT_SUBINDEX" val="1"/>
  <p:tag name="YOO_CHATSHAPE_TYPE" val="YOO_CHATSHAPE_NUM"/>
</p:tagLst>
</file>

<file path=ppt/tags/tag123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2"/>
  <p:tag name="TAG_CONTENT_SUBINDEX" val="2"/>
  <p:tag name="YOO_CHATSHAPE_TYPE" val="YOO_CHATSHAPE_NUM"/>
</p:tagLst>
</file>

<file path=ppt/tags/tag124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3"/>
  <p:tag name="TAG_CONTENT_SUBINDEX" val="3"/>
  <p:tag name="YOO_CHATSHAPE_TYPE" val="YOO_CHATSHAPE_NUM"/>
</p:tagLst>
</file>

<file path=ppt/tags/tag125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4"/>
  <p:tag name="TAG_CONTENT_SUBINDEX" val="4"/>
  <p:tag name="YOO_CHATSHAPE_TYPE" val="YOO_CHATSHAPE_NUM"/>
</p:tagLst>
</file>

<file path=ppt/tags/tag126.xml><?xml version="1.0" encoding="utf-8"?>
<p:tagLst xmlns:p="http://schemas.openxmlformats.org/presentationml/2006/main">
  <p:tag name="TAG_CONTENT_DIAGRAM_INDEX" val="6b94d7cd10044a7298a3474c5fc25055"/>
  <p:tag name="TAG_CONTENT_GROUPCOUNT" val="5"/>
  <p:tag name="TAG_CONTENT_GROUPINDEX" val="5"/>
  <p:tag name="TAG_CONTENT_SUBINDEX" val="5"/>
  <p:tag name="YOO_CHATSHAPE_TYPE" val="YOO_CHATSHAPE_NUM"/>
</p:tagLst>
</file>

<file path=ppt/tags/tag127.xml><?xml version="1.0" encoding="utf-8"?>
<p:tagLst xmlns:p="http://schemas.openxmlformats.org/presentationml/2006/main">
  <p:tag name="TAG_AIGCCREATORID" val="AIGC生成内容仅供参考-2026/3/31 20:58:45"/>
  <p:tag name="TAG_CHAPTER_ID" val="1"/>
  <p:tag name="TAG_CONTENT_TYPE" val="二级大纲5"/>
  <p:tag name="TAG_SECTION_ID" val="0"/>
  <p:tag name="YOO_CHATPAGE_TYPE" val="TAG_CHATPAGE_MULTCONTENT"/>
  <p:tag name="YOO_CHATSHAPE_TITLE" val="动画与过渡效果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28.xml><?xml version="1.0" encoding="utf-8"?>
<p:tagLst xmlns:p="http://schemas.openxmlformats.org/presentationml/2006/main">
  <p:tag name="YOO_CHATSHAPE_TYPE" val="YOO_CHATSHAPE_TITLE"/>
</p:tagLst>
</file>

<file path=ppt/tags/tag129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1"/>
  <p:tag name="TAG_CONTENT_SUBINDEX" val="1"/>
  <p:tag name="YOO_CHATSHAPE_TYPE" val="YOO_CHATSHAPE_NUM"/>
</p:tagLst>
</file>

<file path=ppt/tags/tag130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2"/>
  <p:tag name="TAG_CONTENT_SUBINDEX" val="2"/>
  <p:tag name="YOO_CHATSHAPE_TYPE" val="YOO_CHATSHAPE_NUM"/>
</p:tagLst>
</file>

<file path=ppt/tags/tag131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4"/>
  <p:tag name="TAG_CONTENT_SUBINDEX" val="4"/>
  <p:tag name="YOO_CHATSHAPE_TYPE" val="YOO_CHATSHAPE_NUM"/>
</p:tagLst>
</file>

<file path=ppt/tags/tag132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5"/>
  <p:tag name="TAG_CONTENT_SUBINDEX" val="5"/>
  <p:tag name="YOO_CHATSHAPE_TYPE" val="YOO_CHATSHAPE_NUM"/>
</p:tagLst>
</file>

<file path=ppt/tags/tag133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3"/>
  <p:tag name="TAG_CONTENT_SUBINDEX" val="3"/>
  <p:tag name="YOO_CHATSHAPE_TYPE" val="YOO_CHATSHAPE_NUM"/>
</p:tagLst>
</file>

<file path=ppt/tags/tag134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6"/>
  <p:tag name="TAG_CONTENT_SUBINDEX" val="6"/>
  <p:tag name="YOO_CHATSHAPE_TYPE" val="YOO_CHATSHAPE_NUM"/>
</p:tagLst>
</file>

<file path=ppt/tags/tag135.xml><?xml version="1.0" encoding="utf-8"?>
<p:tagLst xmlns:p="http://schemas.openxmlformats.org/presentationml/2006/main">
  <p:tag name="TAG_CHATSHAPE_LINK" val="sp:子标题1"/>
  <p:tag name="TAG_CONTENT_DIAGRAM_INDEX" val="cc827e10963b4215b5968b89aae5c648"/>
  <p:tag name="TAG_CONTENT_GROUPCOUNT" val="6"/>
  <p:tag name="TAG_CONTENT_GROUPINDEX" val="1"/>
  <p:tag name="TAG_CONTENT_SUBINDEX" val="1"/>
  <p:tag name="YOO_CHATSHAPE_TYPE" val="YOO_CHATSHAPE_CHILDDECORATE"/>
</p:tagLst>
</file>

<file path=ppt/tags/tag136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1"/>
  <p:tag name="TAG_CONTENT_SUBINDEX" val="1"/>
  <p:tag name="YOO_CHATSHAPE_TYPE" val="YOO_CHATSHAPE_CHILDCONTENT"/>
</p:tagLst>
</file>

<file path=ppt/tags/tag137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1"/>
  <p:tag name="TAG_CONTENT_SUBINDEX" val="1"/>
  <p:tag name="YOO_CHATSHAPE_TYPE" val="YOO_CHATSHAPE_CHILDTITLE"/>
</p:tagLst>
</file>

<file path=ppt/tags/tag138.xml><?xml version="1.0" encoding="utf-8"?>
<p:tagLst xmlns:p="http://schemas.openxmlformats.org/presentationml/2006/main">
  <p:tag name="TAG_CHATSHAPE_LINK" val="sp:子标题2"/>
  <p:tag name="TAG_CONTENT_DIAGRAM_INDEX" val="cc827e10963b4215b5968b89aae5c648"/>
  <p:tag name="TAG_CONTENT_GROUPCOUNT" val="6"/>
  <p:tag name="TAG_CONTENT_GROUPINDEX" val="2"/>
  <p:tag name="TAG_CONTENT_SUBINDEX" val="2"/>
  <p:tag name="YOO_CHATSHAPE_TYPE" val="YOO_CHATSHAPE_CHILDDECORATE"/>
</p:tagLst>
</file>

<file path=ppt/tags/tag139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2"/>
  <p:tag name="TAG_CONTENT_SUBINDEX" val="2"/>
  <p:tag name="YOO_CHATSHAPE_TYPE" val="YOO_CHATSHAPE_CHILDTITLE"/>
</p:tagLst>
</file>

<file path=ppt/tags/tag140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2"/>
  <p:tag name="TAG_CONTENT_SUBINDEX" val="2"/>
  <p:tag name="YOO_CHATSHAPE_TYPE" val="YOO_CHATSHAPE_CHILDCONTENT"/>
</p:tagLst>
</file>

<file path=ppt/tags/tag141.xml><?xml version="1.0" encoding="utf-8"?>
<p:tagLst xmlns:p="http://schemas.openxmlformats.org/presentationml/2006/main">
  <p:tag name="TAG_CHATSHAPE_LINK" val="sp:子标题3"/>
  <p:tag name="TAG_CONTENT_DIAGRAM_INDEX" val="cc827e10963b4215b5968b89aae5c648"/>
  <p:tag name="TAG_CONTENT_GROUPCOUNT" val="6"/>
  <p:tag name="TAG_CONTENT_GROUPINDEX" val="4"/>
  <p:tag name="TAG_CONTENT_SUBINDEX" val="4"/>
  <p:tag name="YOO_CHATSHAPE_TYPE" val="YOO_CHATSHAPE_CHILDDECORATE"/>
</p:tagLst>
</file>

<file path=ppt/tags/tag142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4"/>
  <p:tag name="TAG_CONTENT_SUBINDEX" val="4"/>
  <p:tag name="YOO_CHATSHAPE_TYPE" val="YOO_CHATSHAPE_CHILDTITLE"/>
</p:tagLst>
</file>

<file path=ppt/tags/tag143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4"/>
  <p:tag name="TAG_CONTENT_SUBINDEX" val="4"/>
  <p:tag name="YOO_CHATSHAPE_TYPE" val="YOO_CHATSHAPE_CHILDCONTENT"/>
</p:tagLst>
</file>

<file path=ppt/tags/tag144.xml><?xml version="1.0" encoding="utf-8"?>
<p:tagLst xmlns:p="http://schemas.openxmlformats.org/presentationml/2006/main">
  <p:tag name="TAG_CHATSHAPE_LINK" val="sp:子标题5"/>
  <p:tag name="TAG_CONTENT_DIAGRAM_INDEX" val="cc827e10963b4215b5968b89aae5c648"/>
  <p:tag name="TAG_CONTENT_GROUPCOUNT" val="6"/>
  <p:tag name="TAG_CONTENT_GROUPINDEX" val="5"/>
  <p:tag name="TAG_CONTENT_SUBINDEX" val="5"/>
  <p:tag name="YOO_CHATSHAPE_TYPE" val="YOO_CHATSHAPE_CHILDDECORATE"/>
</p:tagLst>
</file>

<file path=ppt/tags/tag145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5"/>
  <p:tag name="TAG_CONTENT_SUBINDEX" val="5"/>
  <p:tag name="YOO_CHATSHAPE_TYPE" val="YOO_CHATSHAPE_CHILDTITLE"/>
</p:tagLst>
</file>

<file path=ppt/tags/tag146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5"/>
  <p:tag name="TAG_CONTENT_SUBINDEX" val="5"/>
  <p:tag name="YOO_CHATSHAPE_TYPE" val="YOO_CHATSHAPE_CHILDCONTENT"/>
</p:tagLst>
</file>

<file path=ppt/tags/tag147.xml><?xml version="1.0" encoding="utf-8"?>
<p:tagLst xmlns:p="http://schemas.openxmlformats.org/presentationml/2006/main">
  <p:tag name="TAG_CHATSHAPE_LINK" val="sp:子标题3"/>
  <p:tag name="TAG_CONTENT_DIAGRAM_INDEX" val="cc827e10963b4215b5968b89aae5c648"/>
  <p:tag name="TAG_CONTENT_GROUPCOUNT" val="6"/>
  <p:tag name="TAG_CONTENT_GROUPINDEX" val="3"/>
  <p:tag name="TAG_CONTENT_SUBINDEX" val="3"/>
  <p:tag name="YOO_CHATSHAPE_TYPE" val="YOO_CHATSHAPE_CHILDDECORATE"/>
</p:tagLst>
</file>

<file path=ppt/tags/tag148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3"/>
  <p:tag name="TAG_CONTENT_SUBINDEX" val="3"/>
  <p:tag name="YOO_CHATSHAPE_TYPE" val="YOO_CHATSHAPE_CHILDTITLE"/>
</p:tagLst>
</file>

<file path=ppt/tags/tag149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3"/>
  <p:tag name="TAG_CONTENT_SUBINDEX" val="3"/>
  <p:tag name="YOO_CHATSHAPE_TYPE" val="YOO_CHATSHAPE_CHILDCONTENT"/>
</p:tagLst>
</file>

<file path=ppt/tags/tag150.xml><?xml version="1.0" encoding="utf-8"?>
<p:tagLst xmlns:p="http://schemas.openxmlformats.org/presentationml/2006/main">
  <p:tag name="TAG_CHATSHAPE_LINK" val="sp:子标题6"/>
  <p:tag name="TAG_CONTENT_DIAGRAM_INDEX" val="cc827e10963b4215b5968b89aae5c648"/>
  <p:tag name="TAG_CONTENT_GROUPCOUNT" val="6"/>
  <p:tag name="TAG_CONTENT_GROUPINDEX" val="6"/>
  <p:tag name="TAG_CONTENT_SUBINDEX" val="6"/>
  <p:tag name="YOO_CHATSHAPE_TYPE" val="YOO_CHATSHAPE_CHILDDECORATE"/>
</p:tagLst>
</file>

<file path=ppt/tags/tag151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6"/>
  <p:tag name="TAG_CONTENT_SUBINDEX" val="6"/>
  <p:tag name="YOO_CHATSHAPE_TYPE" val="YOO_CHATSHAPE_CHILDTITLE"/>
</p:tagLst>
</file>

<file path=ppt/tags/tag152.xml><?xml version="1.0" encoding="utf-8"?>
<p:tagLst xmlns:p="http://schemas.openxmlformats.org/presentationml/2006/main">
  <p:tag name="TAG_CONTENT_DIAGRAM_INDEX" val="cc827e10963b4215b5968b89aae5c648"/>
  <p:tag name="TAG_CONTENT_GROUPCOUNT" val="6"/>
  <p:tag name="TAG_CONTENT_GROUPINDEX" val="6"/>
  <p:tag name="TAG_CONTENT_SUBINDEX" val="6"/>
  <p:tag name="YOO_CHATSHAPE_TYPE" val="YOO_CHATSHAPE_CHILDCONTENT"/>
</p:tagLst>
</file>

<file path=ppt/tags/tag153.xml><?xml version="1.0" encoding="utf-8"?>
<p:tagLst xmlns:p="http://schemas.openxmlformats.org/presentationml/2006/main">
  <p:tag name="TAG_AIGCCREATORID" val="AIGC生成内容仅供参考-2026/3/31 20:58:45"/>
  <p:tag name="TAG_CHAPTER_ID" val="1"/>
  <p:tag name="TAG_CONTENT_TYPE" val="二级大纲6"/>
  <p:tag name="TAG_SECTION_ID" val="1"/>
  <p:tag name="YOO_CHATPAGE_TYPE" val="TAG_CHATPAGE_MULTCONTENT"/>
  <p:tag name="YOO_CHATSHAPE_TITLE" val="图表与数据可视化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54.xml><?xml version="1.0" encoding="utf-8"?>
<p:tagLst xmlns:p="http://schemas.openxmlformats.org/presentationml/2006/main">
  <p:tag name="TAG_CONTENT_SUBINDEX" val="2"/>
  <p:tag name="YOO_CHATSHAPE_TYPE" val="YOO_CHATSHAPE_IMAGE"/>
</p:tagLst>
</file>

<file path=ppt/tags/tag155.xml><?xml version="1.0" encoding="utf-8"?>
<p:tagLst xmlns:p="http://schemas.openxmlformats.org/presentationml/2006/main">
  <p:tag name="TAG_CONTENT_SUBINDEX" val="1"/>
  <p:tag name="YOO_CHATSHAPE_TYPE" val="YOO_CHATSHAPE_IMAGE"/>
</p:tagLst>
</file>

<file path=ppt/tags/tag156.xml><?xml version="1.0" encoding="utf-8"?>
<p:tagLst xmlns:p="http://schemas.openxmlformats.org/presentationml/2006/main">
  <p:tag name="YOO_CHATSHAPE_TYPE" val="YOO_CHATSHAPE_DECORATION"/>
</p:tagLst>
</file>

<file path=ppt/tags/tag157.xml><?xml version="1.0" encoding="utf-8"?>
<p:tagLst xmlns:p="http://schemas.openxmlformats.org/presentationml/2006/main">
  <p:tag name="YOO_CHATSHAPE_TYPE" val="YOO_CHATSHAPE_CONTENT"/>
</p:tagLst>
</file>

<file path=ppt/tags/tag158.xml><?xml version="1.0" encoding="utf-8"?>
<p:tagLst xmlns:p="http://schemas.openxmlformats.org/presentationml/2006/main">
  <p:tag name="YOO_CHATSHAPE_TYPE" val="YOO_CHATSHAPE_TITLE"/>
</p:tagLst>
</file>

<file path=ppt/tags/tag159.xml><?xml version="1.0" encoding="utf-8"?>
<p:tagLst xmlns:p="http://schemas.openxmlformats.org/presentationml/2006/main">
  <p:tag name="TAG_AIGCCREATORID" val="AIGC生成内容仅供参考-2026/3/31 20:58:45"/>
  <p:tag name="TAG_CHAPTER_ID" val="1"/>
  <p:tag name="TAG_CONTENT_TYPE" val="1标题1内容2图"/>
  <p:tag name="TAG_SECTION_ID" val="2"/>
  <p:tag name="YOO_CHATPAGE_TYPE" val="TAG_CHATPAGE_CONTENT"/>
  <p:tag name="YOO_CHATSHAPE_TITLE" val="多媒体集成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160.xml><?xml version="1.0" encoding="utf-8"?>
<p:tagLst xmlns:p="http://schemas.openxmlformats.org/presentationml/2006/main">
  <p:tag name="YOO_CHATSHAPE_TYPE" val="YOO_CHATSHAPE_TITLE"/>
</p:tagLst>
</file>

<file path=ppt/tags/tag161.xml><?xml version="1.0" encoding="utf-8"?>
<p:tagLst xmlns:p="http://schemas.openxmlformats.org/presentationml/2006/main">
  <p:tag name="TAG_CONTENT_DIAGRAM_INDEX" val="87efc8c6ef704725a4fdcccc989b4db2"/>
  <p:tag name="TAG_CONTENT_GROUPCOUNT" val="5"/>
  <p:tag name="YOO_CHATSHAPE_TYPE" val="YOO_CHATSHAPE_DECORATION"/>
</p:tagLst>
</file>

<file path=ppt/tags/tag162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CHILDDECORATE"/>
</p:tagLst>
</file>

<file path=ppt/tags/tag163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DECORATION"/>
</p:tagLst>
</file>

<file path=ppt/tags/tag164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DECORATION"/>
</p:tagLst>
</file>

<file path=ppt/tags/tag165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CHILDDECORATE"/>
</p:tagLst>
</file>

<file path=ppt/tags/tag166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CHILDDECORATE"/>
</p:tagLst>
</file>

<file path=ppt/tags/tag167.xml><?xml version="1.0" encoding="utf-8"?>
<p:tagLst xmlns:p="http://schemas.openxmlformats.org/presentationml/2006/main">
  <p:tag name="TAG_CHATSHAPE_LINK" val="sp:子标题3"/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CHILDDECORATE"/>
</p:tagLst>
</file>

<file path=ppt/tags/tag168.xml><?xml version="1.0" encoding="utf-8"?>
<p:tagLst xmlns:p="http://schemas.openxmlformats.org/presentationml/2006/main">
  <p:tag name="TAG_CHATSHAPE_LINK" val="sp:子标题3"/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CHILDDECORATE"/>
</p:tagLst>
</file>

<file path=ppt/tags/tag169.xml><?xml version="1.0" encoding="utf-8"?>
<p:tagLst xmlns:p="http://schemas.openxmlformats.org/presentationml/2006/main">
  <p:tag name="TAG_CHATSHAPE_LINK" val="sp:子标题3"/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DECORATION"/>
</p:tagLst>
</file>

<file path=ppt/tags/tag170.xml><?xml version="1.0" encoding="utf-8"?>
<p:tagLst xmlns:p="http://schemas.openxmlformats.org/presentationml/2006/main">
  <p:tag name="TAG_CHATSHAPE_LINK" val="sp:子标题3"/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DECORATION"/>
</p:tagLst>
</file>

<file path=ppt/tags/tag171.xml><?xml version="1.0" encoding="utf-8"?>
<p:tagLst xmlns:p="http://schemas.openxmlformats.org/presentationml/2006/main">
  <p:tag name="TAG_CHATSHAPE_LINK" val="sp:子标题3"/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CHILDDECORATE"/>
</p:tagLst>
</file>

<file path=ppt/tags/tag172.xml><?xml version="1.0" encoding="utf-8"?>
<p:tagLst xmlns:p="http://schemas.openxmlformats.org/presentationml/2006/main">
  <p:tag name="TAG_CHATSHAPE_LINK" val="sp:子标题2"/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CHILDDECORATE"/>
</p:tagLst>
</file>

<file path=ppt/tags/tag173.xml><?xml version="1.0" encoding="utf-8"?>
<p:tagLst xmlns:p="http://schemas.openxmlformats.org/presentationml/2006/main">
  <p:tag name="TAG_CHATSHAPE_LINK" val="sp:子标题2"/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CHILDDECORATE"/>
</p:tagLst>
</file>

<file path=ppt/tags/tag174.xml><?xml version="1.0" encoding="utf-8"?>
<p:tagLst xmlns:p="http://schemas.openxmlformats.org/presentationml/2006/main">
  <p:tag name="TAG_CHATSHAPE_LINK" val="sp:子标题2"/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DECORATION"/>
</p:tagLst>
</file>

<file path=ppt/tags/tag175.xml><?xml version="1.0" encoding="utf-8"?>
<p:tagLst xmlns:p="http://schemas.openxmlformats.org/presentationml/2006/main">
  <p:tag name="TAG_CHATSHAPE_LINK" val="sp:子标题2"/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DECORATION"/>
</p:tagLst>
</file>

<file path=ppt/tags/tag176.xml><?xml version="1.0" encoding="utf-8"?>
<p:tagLst xmlns:p="http://schemas.openxmlformats.org/presentationml/2006/main">
  <p:tag name="TAG_CHATSHAPE_LINK" val="sp:子标题2"/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CHILDDECORATE"/>
</p:tagLst>
</file>

<file path=ppt/tags/tag177.xml><?xml version="1.0" encoding="utf-8"?>
<p:tagLst xmlns:p="http://schemas.openxmlformats.org/presentationml/2006/main">
  <p:tag name="TAG_CHATSHAPE_LINK" val="sp:子标题1"/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CHILDDECORATE"/>
</p:tagLst>
</file>

<file path=ppt/tags/tag178.xml><?xml version="1.0" encoding="utf-8"?>
<p:tagLst xmlns:p="http://schemas.openxmlformats.org/presentationml/2006/main">
  <p:tag name="TAG_CHATSHAPE_LINK" val="sp:子标题1"/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CHILDDECORATE"/>
</p:tagLst>
</file>

<file path=ppt/tags/tag179.xml><?xml version="1.0" encoding="utf-8"?>
<p:tagLst xmlns:p="http://schemas.openxmlformats.org/presentationml/2006/main">
  <p:tag name="TAG_CHATSHAPE_LINK" val="sp:子标题1"/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CHILDDECORATE"/>
</p:tagLst>
</file>

<file path=ppt/tags/tag180.xml><?xml version="1.0" encoding="utf-8"?>
<p:tagLst xmlns:p="http://schemas.openxmlformats.org/presentationml/2006/main">
  <p:tag name="TAG_CHATSHAPE_LINK" val="sp:子标题1"/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DECORATION"/>
</p:tagLst>
</file>

<file path=ppt/tags/tag181.xml><?xml version="1.0" encoding="utf-8"?>
<p:tagLst xmlns:p="http://schemas.openxmlformats.org/presentationml/2006/main">
  <p:tag name="TAG_CHATSHAPE_LINK" val="sp:子标题1"/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DECORATION"/>
</p:tagLst>
</file>

<file path=ppt/tags/tag182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NUM"/>
</p:tagLst>
</file>

<file path=ppt/tags/tag183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NUM"/>
</p:tagLst>
</file>

<file path=ppt/tags/tag184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NUM"/>
</p:tagLst>
</file>

<file path=ppt/tags/tag185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NUM"/>
</p:tagLst>
</file>

<file path=ppt/tags/tag186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CHILDTITLE"/>
</p:tagLst>
</file>

<file path=ppt/tags/tag187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CHILDTITLE"/>
</p:tagLst>
</file>

<file path=ppt/tags/tag188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CHILDTITLE"/>
</p:tagLst>
</file>

<file path=ppt/tags/tag189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CHILDTITLE"/>
</p:tagLst>
</file>

<file path=ppt/tags/tag190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1"/>
  <p:tag name="TAG_CONTENT_SUBINDEX" val="1"/>
  <p:tag name="YOO_CHATSHAPE_TYPE" val="YOO_CHATSHAPE_CHILDCONTENT"/>
</p:tagLst>
</file>

<file path=ppt/tags/tag191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2"/>
  <p:tag name="TAG_CONTENT_SUBINDEX" val="2"/>
  <p:tag name="YOO_CHATSHAPE_TYPE" val="YOO_CHATSHAPE_CHILDCONTENT"/>
</p:tagLst>
</file>

<file path=ppt/tags/tag192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3"/>
  <p:tag name="TAG_CONTENT_SUBINDEX" val="3"/>
  <p:tag name="YOO_CHATSHAPE_TYPE" val="YOO_CHATSHAPE_CHILDCONTENT"/>
</p:tagLst>
</file>

<file path=ppt/tags/tag193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4"/>
  <p:tag name="TAG_CONTENT_SUBINDEX" val="4"/>
  <p:tag name="YOO_CHATSHAPE_TYPE" val="YOO_CHATSHAPE_CHILDCONTENT"/>
</p:tagLst>
</file>

<file path=ppt/tags/tag194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5"/>
  <p:tag name="TAG_CONTENT_SUBINDEX" val="4"/>
  <p:tag name="YOO_CHATSHAPE_TYPE" val="YOO_CHATSHAPE_CHILDDECORATE"/>
</p:tagLst>
</file>

<file path=ppt/tags/tag195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5"/>
  <p:tag name="TAG_CONTENT_SUBINDEX" val="4"/>
  <p:tag name="YOO_CHATSHAPE_TYPE" val="YOO_CHATSHAPE_DECORATION"/>
</p:tagLst>
</file>

<file path=ppt/tags/tag196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5"/>
  <p:tag name="TAG_CONTENT_SUBINDEX" val="4"/>
  <p:tag name="YOO_CHATSHAPE_TYPE" val="YOO_CHATSHAPE_DECORATION"/>
</p:tagLst>
</file>

<file path=ppt/tags/tag197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5"/>
  <p:tag name="TAG_CONTENT_SUBINDEX" val="4"/>
  <p:tag name="YOO_CHATSHAPE_TYPE" val="YOO_CHATSHAPE_CHILDDECORATE"/>
</p:tagLst>
</file>

<file path=ppt/tags/tag198.xml><?xml version="1.0" encoding="utf-8"?>
<p:tagLst xmlns:p="http://schemas.openxmlformats.org/presentationml/2006/main">
  <p:tag name="TAG_CHATSHAPE_LINK" val="sp:子标题4"/>
  <p:tag name="TAG_CONTENT_DIAGRAM_INDEX" val="87efc8c6ef704725a4fdcccc989b4db2"/>
  <p:tag name="TAG_CONTENT_GROUPCOUNT" val="5"/>
  <p:tag name="TAG_CONTENT_GROUPINDEX" val="5"/>
  <p:tag name="TAG_CONTENT_SUBINDEX" val="4"/>
  <p:tag name="YOO_CHATSHAPE_TYPE" val="YOO_CHATSHAPE_CHILDDECORATE"/>
</p:tagLst>
</file>

<file path=ppt/tags/tag199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5"/>
  <p:tag name="TAG_CONTENT_SUBINDEX" val="5"/>
  <p:tag name="YOO_CHATSHAPE_TYPE" val="YOO_CHATSHAPE_NUM"/>
</p:tagLst>
</file>

<file path=ppt/tags/tag200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5"/>
  <p:tag name="TAG_CONTENT_SUBINDEX" val="5"/>
  <p:tag name="YOO_CHATSHAPE_TYPE" val="YOO_CHATSHAPE_CHILDTITLE"/>
</p:tagLst>
</file>

<file path=ppt/tags/tag201.xml><?xml version="1.0" encoding="utf-8"?>
<p:tagLst xmlns:p="http://schemas.openxmlformats.org/presentationml/2006/main">
  <p:tag name="TAG_CONTENT_DIAGRAM_INDEX" val="87efc8c6ef704725a4fdcccc989b4db2"/>
  <p:tag name="TAG_CONTENT_GROUPCOUNT" val="5"/>
  <p:tag name="TAG_CONTENT_GROUPINDEX" val="5"/>
  <p:tag name="TAG_CONTENT_SUBINDEX" val="5"/>
  <p:tag name="YOO_CHATSHAPE_TYPE" val="YOO_CHATSHAPE_CHILDCONTENT"/>
</p:tagLst>
</file>

<file path=ppt/tags/tag202.xml><?xml version="1.0" encoding="utf-8"?>
<p:tagLst xmlns:p="http://schemas.openxmlformats.org/presentationml/2006/main">
  <p:tag name="TAG_AIGCCREATORID" val="AIGC生成内容仅供参考-2026/3/31 20:58:45"/>
  <p:tag name="TAG_CHAPTER_ID" val="1"/>
  <p:tag name="TAG_CONTENT_TYPE" val="二级大纲5"/>
  <p:tag name="TAG_SECTION_ID" val="3"/>
  <p:tag name="YOO_CHATPAGE_TYPE" val="TAG_CHATPAGE_MULTCONTENT"/>
  <p:tag name="YOO_CHATSHAPE_TITLE" val="模板与主题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03.xml><?xml version="1.0" encoding="utf-8"?>
<p:tagLst xmlns:p="http://schemas.openxmlformats.org/presentationml/2006/main">
  <p:tag name="KSO_WM_BEAUTIFY_FLAG" val=""/>
  <p:tag name="YOO_CHATSHAPE_TYPE" val="YOO_CHATSHAPE_TITLE"/>
</p:tagLst>
</file>

<file path=ppt/tags/tag204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205.xml><?xml version="1.0" encoding="utf-8"?>
<p:tagLst xmlns:p="http://schemas.openxmlformats.org/presentationml/2006/main">
  <p:tag name="TAG_CHATPAGE_CHAPTER" val="2"/>
  <p:tag name="YOO_CHATSHAPE_TYPE" val="YOO_CHATSHAPE_NUM"/>
</p:tagLst>
</file>

<file path=ppt/tags/tag206.xml><?xml version="1.0" encoding="utf-8"?>
<p:tagLst xmlns:p="http://schemas.openxmlformats.org/presentationml/2006/main">
  <p:tag name="TAG_AIGCCREATORID" val="AIGC生成内容仅供参考-2026/3/31 20:58:45"/>
  <p:tag name="TAG_CHAPTER_ID" val="2"/>
  <p:tag name="YOO_CHATPAGE_TYPE" val="TAG_CHATPAGE_CHAPTER"/>
  <p:tag name="YOO_CHATSHAPE_TITLE" val="PPT实战应用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07.xml><?xml version="1.0" encoding="utf-8"?>
<p:tagLst xmlns:p="http://schemas.openxmlformats.org/presentationml/2006/main">
  <p:tag name="YOO_CHATSHAPE_TYPE" val="YOO_CHATSHAPE_TITLE"/>
</p:tagLst>
</file>

<file path=ppt/tags/tag208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CHILDDECORATE"/>
</p:tagLst>
</file>

<file path=ppt/tags/tag209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10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11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12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13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CHILDDECORATE"/>
</p:tagLst>
</file>

<file path=ppt/tags/tag214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15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16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17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18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CHILDDECORATE"/>
</p:tagLst>
</file>

<file path=ppt/tags/tag219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DECORATION"/>
</p:tagLst>
</file>

<file path=ppt/tags/tag220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DECORATION"/>
</p:tagLst>
</file>

<file path=ppt/tags/tag221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DECORATION"/>
</p:tagLst>
</file>

<file path=ppt/tags/tag222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DECORATION"/>
</p:tagLst>
</file>

<file path=ppt/tags/tag223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CHILDDECORATE"/>
</p:tagLst>
</file>

<file path=ppt/tags/tag224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DECORATION"/>
</p:tagLst>
</file>

<file path=ppt/tags/tag225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DECORATION"/>
</p:tagLst>
</file>

<file path=ppt/tags/tag226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DECORATION"/>
</p:tagLst>
</file>

<file path=ppt/tags/tag227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DECORATION"/>
</p:tagLst>
</file>

<file path=ppt/tags/tag228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CHILDDECORATE"/>
</p:tagLst>
</file>

<file path=ppt/tags/tag229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CHILDDECORATE"/>
</p:tagLst>
</file>

<file path=ppt/tags/tag230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CHILDDECORATE"/>
</p:tagLst>
</file>

<file path=ppt/tags/tag231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CHILDDECORATE"/>
</p:tagLst>
</file>

<file path=ppt/tags/tag232.xml><?xml version="1.0" encoding="utf-8"?>
<p:tagLst xmlns:p="http://schemas.openxmlformats.org/presentationml/2006/main">
  <p:tag name="TAG_CHATSHAPE_LINK" val="sp:子标题2"/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CHILDDECORATE"/>
</p:tagLst>
</file>

<file path=ppt/tags/tag233.xml><?xml version="1.0" encoding="utf-8"?>
<p:tagLst xmlns:p="http://schemas.openxmlformats.org/presentationml/2006/main">
  <p:tag name="TAG_CHATSHAPE_LINK" val="sp:子标题4"/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CHILDDECORATE"/>
</p:tagLst>
</file>

<file path=ppt/tags/tag234.xml><?xml version="1.0" encoding="utf-8"?>
<p:tagLst xmlns:p="http://schemas.openxmlformats.org/presentationml/2006/main">
  <p:tag name="TAG_CHATSHAPE_LINK" val="sp:子标题1"/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CHILDDECORATE"/>
</p:tagLst>
</file>

<file path=ppt/tags/tag235.xml><?xml version="1.0" encoding="utf-8"?>
<p:tagLst xmlns:p="http://schemas.openxmlformats.org/presentationml/2006/main">
  <p:tag name="TAG_CHATSHAPE_LINK" val="sp:子标题3"/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CHILDDECORATE"/>
</p:tagLst>
</file>

<file path=ppt/tags/tag236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CHILDCONTENT"/>
</p:tagLst>
</file>

<file path=ppt/tags/tag237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CHILDTITLE"/>
</p:tagLst>
</file>

<file path=ppt/tags/tag238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CHILDCONTENT"/>
</p:tagLst>
</file>

<file path=ppt/tags/tag239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CHILDTITLE"/>
</p:tagLst>
</file>

<file path=ppt/tags/tag240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CHILDCONTENT"/>
</p:tagLst>
</file>

<file path=ppt/tags/tag241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CHILDTITLE"/>
</p:tagLst>
</file>

<file path=ppt/tags/tag242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CHILDCONTENT"/>
</p:tagLst>
</file>

<file path=ppt/tags/tag243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CHILDTITLE"/>
</p:tagLst>
</file>

<file path=ppt/tags/tag244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ICON"/>
</p:tagLst>
</file>

<file path=ppt/tags/tag245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46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47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48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49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50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51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DECORATION"/>
</p:tagLst>
</file>

<file path=ppt/tags/tag252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ICON"/>
</p:tagLst>
</file>

<file path=ppt/tags/tag253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54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DECORATION"/>
</p:tagLst>
</file>

<file path=ppt/tags/tag255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ICON"/>
</p:tagLst>
</file>

<file path=ppt/tags/tag256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ICON"/>
</p:tagLst>
</file>

<file path=ppt/tags/tag257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1"/>
  <p:tag name="TAG_CONTENT_SUBINDEX" val="1"/>
  <p:tag name="YOO_CHATSHAPE_TYPE" val="YOO_CHATSHAPE_NUM"/>
</p:tagLst>
</file>

<file path=ppt/tags/tag258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2"/>
  <p:tag name="TAG_CONTENT_SUBINDEX" val="2"/>
  <p:tag name="YOO_CHATSHAPE_TYPE" val="YOO_CHATSHAPE_NUM"/>
</p:tagLst>
</file>

<file path=ppt/tags/tag259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4"/>
  <p:tag name="TAG_CONTENT_SUBINDEX" val="4"/>
  <p:tag name="YOO_CHATSHAPE_TYPE" val="YOO_CHATSHAPE_NUM"/>
</p:tagLst>
</file>

<file path=ppt/tags/tag260.xml><?xml version="1.0" encoding="utf-8"?>
<p:tagLst xmlns:p="http://schemas.openxmlformats.org/presentationml/2006/main">
  <p:tag name="TAG_CONTENT_DIAGRAM_INDEX" val="67e181537dc24bc4a67b8803190957f3"/>
  <p:tag name="TAG_CONTENT_GROUPCOUNT" val="4"/>
  <p:tag name="TAG_CONTENT_GROUPINDEX" val="3"/>
  <p:tag name="TAG_CONTENT_SUBINDEX" val="3"/>
  <p:tag name="YOO_CHATSHAPE_TYPE" val="YOO_CHATSHAPE_NUM"/>
</p:tagLst>
</file>

<file path=ppt/tags/tag261.xml><?xml version="1.0" encoding="utf-8"?>
<p:tagLst xmlns:p="http://schemas.openxmlformats.org/presentationml/2006/main">
  <p:tag name="TAG_AIGCCREATORID" val="AIGC生成内容仅供参考-2026/3/31 20:58:45"/>
  <p:tag name="TAG_CHAPTER_ID" val="2"/>
  <p:tag name="TAG_CONTENT_TYPE" val="二级大纲4"/>
  <p:tag name="TAG_SECTION_ID" val="0"/>
  <p:tag name="YOO_CHATPAGE_TYPE" val="TAG_CHATPAGE_MULTCONTENT"/>
  <p:tag name="YOO_CHATSHAPE_TITLE" val="商业汇报PPT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62.xml><?xml version="1.0" encoding="utf-8"?>
<p:tagLst xmlns:p="http://schemas.openxmlformats.org/presentationml/2006/main">
  <p:tag name="YOO_CHATSHAPE_TYPE" val="YOO_CHATSHAPE_DECORATION"/>
</p:tagLst>
</file>

<file path=ppt/tags/tag263.xml><?xml version="1.0" encoding="utf-8"?>
<p:tagLst xmlns:p="http://schemas.openxmlformats.org/presentationml/2006/main">
  <p:tag name="YOO_CHATSHAPE_TYPE" val="YOO_CHATSHAPE_DECORATION"/>
</p:tagLst>
</file>

<file path=ppt/tags/tag264.xml><?xml version="1.0" encoding="utf-8"?>
<p:tagLst xmlns:p="http://schemas.openxmlformats.org/presentationml/2006/main">
  <p:tag name="YOO_CHATSHAPE_TYPE" val="YOO_CHATSHAPE_DECORATION"/>
</p:tagLst>
</file>

<file path=ppt/tags/tag265.xml><?xml version="1.0" encoding="utf-8"?>
<p:tagLst xmlns:p="http://schemas.openxmlformats.org/presentationml/2006/main">
  <p:tag name="TAG_CONTENT_SUBINDEX" val="2"/>
  <p:tag name="YOO_CHATSHAPE_TYPE" val="YOO_CHATSHAPE_IMAGE"/>
</p:tagLst>
</file>

<file path=ppt/tags/tag266.xml><?xml version="1.0" encoding="utf-8"?>
<p:tagLst xmlns:p="http://schemas.openxmlformats.org/presentationml/2006/main">
  <p:tag name="TAG_CONTENT_SUBINDEX" val="1"/>
  <p:tag name="YOO_CHATSHAPE_TYPE" val="YOO_CHATSHAPE_IMAGE"/>
</p:tagLst>
</file>

<file path=ppt/tags/tag267.xml><?xml version="1.0" encoding="utf-8"?>
<p:tagLst xmlns:p="http://schemas.openxmlformats.org/presentationml/2006/main">
  <p:tag name="YOO_CHATSHAPE_TYPE" val="YOO_CHATSHAPE_TITLE"/>
</p:tagLst>
</file>

<file path=ppt/tags/tag268.xml><?xml version="1.0" encoding="utf-8"?>
<p:tagLst xmlns:p="http://schemas.openxmlformats.org/presentationml/2006/main">
  <p:tag name="YOO_CHATSHAPE_TYPE" val="YOO_CHATSHAPE_CONTENT"/>
</p:tagLst>
</file>

<file path=ppt/tags/tag269.xml><?xml version="1.0" encoding="utf-8"?>
<p:tagLst xmlns:p="http://schemas.openxmlformats.org/presentationml/2006/main">
  <p:tag name="YOO_CHATSHAPE_TYPE" val="YOO_CHATSHAPE_DECORATION"/>
</p:tagLst>
</file>

<file path=ppt/tags/tag270.xml><?xml version="1.0" encoding="utf-8"?>
<p:tagLst xmlns:p="http://schemas.openxmlformats.org/presentationml/2006/main">
  <p:tag name="TAG_AIGCCREATORID" val="AIGC生成内容仅供参考-2026/3/31 20:58:45"/>
  <p:tag name="TAG_CHAPTER_ID" val="2"/>
  <p:tag name="TAG_CONTENT_TYPE" val="1标题1内容2图"/>
  <p:tag name="TAG_SECTION_ID" val="1"/>
  <p:tag name="YOO_CHATPAGE_TYPE" val="TAG_CHATPAGE_CONTENT"/>
  <p:tag name="YOO_CHATSHAPE_TITLE" val="教育课件PPT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271.xml><?xml version="1.0" encoding="utf-8"?>
<p:tagLst xmlns:p="http://schemas.openxmlformats.org/presentationml/2006/main">
  <p:tag name="YOO_CHATSHAPE_TYPE" val="YOO_CHATSHAPE_TITLE"/>
</p:tagLst>
</file>

<file path=ppt/tags/tag272.xml><?xml version="1.0" encoding="utf-8"?>
<p:tagLst xmlns:p="http://schemas.openxmlformats.org/presentationml/2006/main">
  <p:tag name="TAG_CHATSHAPE_LINK" val="sp:子标题1"/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CHILDDECORATE"/>
</p:tagLst>
</file>

<file path=ppt/tags/tag273.xml><?xml version="1.0" encoding="utf-8"?>
<p:tagLst xmlns:p="http://schemas.openxmlformats.org/presentationml/2006/main">
  <p:tag name="TAG_CHATSHAPE_LINK" val="sp:子标题1"/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DECORATION"/>
</p:tagLst>
</file>

<file path=ppt/tags/tag274.xml><?xml version="1.0" encoding="utf-8"?>
<p:tagLst xmlns:p="http://schemas.openxmlformats.org/presentationml/2006/main">
  <p:tag name="TAG_CHATSHAPE_LINK" val="sp:子标题1"/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DECORATION"/>
</p:tagLst>
</file>

<file path=ppt/tags/tag275.xml><?xml version="1.0" encoding="utf-8"?>
<p:tagLst xmlns:p="http://schemas.openxmlformats.org/presentationml/2006/main">
  <p:tag name="TAG_CHATSHAPE_LINK" val="sp:子标题2"/>
  <p:tag name="TAG_CONTENT_DIAGRAM_INDEX" val="0500561fba5d47f5a291204f86dbe39d"/>
  <p:tag name="TAG_CONTENT_GROUPCOUNT" val="5"/>
  <p:tag name="TAG_CONTENT_GROUPINDEX" val="1"/>
  <p:tag name="TAG_CONTENT_SUBINDEX" val="2"/>
  <p:tag name="YOO_CHATSHAPE_TYPE" val="YOO_CHATSHAPE_CHILDDECORATE"/>
</p:tagLst>
</file>

<file path=ppt/tags/tag276.xml><?xml version="1.0" encoding="utf-8"?>
<p:tagLst xmlns:p="http://schemas.openxmlformats.org/presentationml/2006/main">
  <p:tag name="TAG_CHATSHAPE_LINK" val="sp:子标题2"/>
  <p:tag name="TAG_CONTENT_DIAGRAM_INDEX" val="0500561fba5d47f5a291204f86dbe39d"/>
  <p:tag name="TAG_CONTENT_GROUPCOUNT" val="5"/>
  <p:tag name="TAG_CONTENT_GROUPINDEX" val="1"/>
  <p:tag name="TAG_CONTENT_SUBINDEX" val="2"/>
  <p:tag name="YOO_CHATSHAPE_TYPE" val="YOO_CHATSHAPE_DECORATION"/>
</p:tagLst>
</file>

<file path=ppt/tags/tag277.xml><?xml version="1.0" encoding="utf-8"?>
<p:tagLst xmlns:p="http://schemas.openxmlformats.org/presentationml/2006/main">
  <p:tag name="TAG_CHATSHAPE_LINK" val="sp:子标题2"/>
  <p:tag name="TAG_CONTENT_DIAGRAM_INDEX" val="0500561fba5d47f5a291204f86dbe39d"/>
  <p:tag name="TAG_CONTENT_GROUPCOUNT" val="5"/>
  <p:tag name="TAG_CONTENT_GROUPINDEX" val="1"/>
  <p:tag name="TAG_CONTENT_SUBINDEX" val="2"/>
  <p:tag name="YOO_CHATSHAPE_TYPE" val="YOO_CHATSHAPE_DECORATION"/>
</p:tagLst>
</file>

<file path=ppt/tags/tag278.xml><?xml version="1.0" encoding="utf-8"?>
<p:tagLst xmlns:p="http://schemas.openxmlformats.org/presentationml/2006/main">
  <p:tag name="TAG_CHATSHAPE_LINK" val="sp:子标题3"/>
  <p:tag name="TAG_CONTENT_DIAGRAM_INDEX" val="0500561fba5d47f5a291204f86dbe39d"/>
  <p:tag name="TAG_CONTENT_GROUPCOUNT" val="5"/>
  <p:tag name="TAG_CONTENT_GROUPINDEX" val="1"/>
  <p:tag name="TAG_CONTENT_SUBINDEX" val="3"/>
  <p:tag name="YOO_CHATSHAPE_TYPE" val="YOO_CHATSHAPE_CHILDDECORATE"/>
</p:tagLst>
</file>

<file path=ppt/tags/tag279.xml><?xml version="1.0" encoding="utf-8"?>
<p:tagLst xmlns:p="http://schemas.openxmlformats.org/presentationml/2006/main">
  <p:tag name="TAG_CHATSHAPE_LINK" val="sp:子标题3"/>
  <p:tag name="TAG_CONTENT_DIAGRAM_INDEX" val="0500561fba5d47f5a291204f86dbe39d"/>
  <p:tag name="TAG_CONTENT_GROUPCOUNT" val="5"/>
  <p:tag name="TAG_CONTENT_GROUPINDEX" val="1"/>
  <p:tag name="TAG_CONTENT_SUBINDEX" val="3"/>
  <p:tag name="YOO_CHATSHAPE_TYPE" val="YOO_CHATSHAPE_DECORATION"/>
</p:tagLst>
</file>

<file path=ppt/tags/tag280.xml><?xml version="1.0" encoding="utf-8"?>
<p:tagLst xmlns:p="http://schemas.openxmlformats.org/presentationml/2006/main">
  <p:tag name="TAG_CHATSHAPE_LINK" val="sp:子标题3"/>
  <p:tag name="TAG_CONTENT_DIAGRAM_INDEX" val="0500561fba5d47f5a291204f86dbe39d"/>
  <p:tag name="TAG_CONTENT_GROUPCOUNT" val="5"/>
  <p:tag name="TAG_CONTENT_GROUPINDEX" val="1"/>
  <p:tag name="TAG_CONTENT_SUBINDEX" val="3"/>
  <p:tag name="YOO_CHATSHAPE_TYPE" val="YOO_CHATSHAPE_DECORATION"/>
</p:tagLst>
</file>

<file path=ppt/tags/tag281.xml><?xml version="1.0" encoding="utf-8"?>
<p:tagLst xmlns:p="http://schemas.openxmlformats.org/presentationml/2006/main">
  <p:tag name="TAG_CHATSHAPE_LINK" val="sp:子标题4"/>
  <p:tag name="TAG_CONTENT_DIAGRAM_INDEX" val="0500561fba5d47f5a291204f86dbe39d"/>
  <p:tag name="TAG_CONTENT_GROUPCOUNT" val="5"/>
  <p:tag name="TAG_CONTENT_GROUPINDEX" val="1"/>
  <p:tag name="TAG_CONTENT_SUBINDEX" val="4"/>
  <p:tag name="YOO_CHATSHAPE_TYPE" val="YOO_CHATSHAPE_CHILDDECORATE"/>
</p:tagLst>
</file>

<file path=ppt/tags/tag282.xml><?xml version="1.0" encoding="utf-8"?>
<p:tagLst xmlns:p="http://schemas.openxmlformats.org/presentationml/2006/main">
  <p:tag name="TAG_CHATSHAPE_LINK" val="sp:子标题4"/>
  <p:tag name="TAG_CONTENT_DIAGRAM_INDEX" val="0500561fba5d47f5a291204f86dbe39d"/>
  <p:tag name="TAG_CONTENT_GROUPCOUNT" val="5"/>
  <p:tag name="TAG_CONTENT_GROUPINDEX" val="1"/>
  <p:tag name="TAG_CONTENT_SUBINDEX" val="4"/>
  <p:tag name="YOO_CHATSHAPE_TYPE" val="YOO_CHATSHAPE_DECORATION"/>
</p:tagLst>
</file>

<file path=ppt/tags/tag283.xml><?xml version="1.0" encoding="utf-8"?>
<p:tagLst xmlns:p="http://schemas.openxmlformats.org/presentationml/2006/main">
  <p:tag name="TAG_CHATSHAPE_LINK" val="sp:子标题4"/>
  <p:tag name="TAG_CONTENT_DIAGRAM_INDEX" val="0500561fba5d47f5a291204f86dbe39d"/>
  <p:tag name="TAG_CONTENT_GROUPCOUNT" val="5"/>
  <p:tag name="TAG_CONTENT_GROUPINDEX" val="1"/>
  <p:tag name="TAG_CONTENT_SUBINDEX" val="4"/>
  <p:tag name="YOO_CHATSHAPE_TYPE" val="YOO_CHATSHAPE_DECORATION"/>
</p:tagLst>
</file>

<file path=ppt/tags/tag284.xml><?xml version="1.0" encoding="utf-8"?>
<p:tagLst xmlns:p="http://schemas.openxmlformats.org/presentationml/2006/main">
  <p:tag name="YOO_CHATSHAPE_TYPE" val="YOO_CHATSHAPE_DECORATION"/>
</p:tagLst>
</file>

<file path=ppt/tags/tag285.xml><?xml version="1.0" encoding="utf-8"?>
<p:tagLst xmlns:p="http://schemas.openxmlformats.org/presentationml/2006/main">
  <p:tag name="TAG_CHATSHAPE_LINK" val="sp:子标题1"/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CHILDDECORATE"/>
</p:tagLst>
</file>

<file path=ppt/tags/tag286.xml><?xml version="1.0" encoding="utf-8"?>
<p:tagLst xmlns:p="http://schemas.openxmlformats.org/presentationml/2006/main">
  <p:tag name="YOO_CHATSHAPE_TYPE" val="YOO_CHATSHAPE_DECORATION"/>
</p:tagLst>
</file>

<file path=ppt/tags/tag287.xml><?xml version="1.0" encoding="utf-8"?>
<p:tagLst xmlns:p="http://schemas.openxmlformats.org/presentationml/2006/main">
  <p:tag name="TAG_CHATSHAPE_LINK" val="sp:子标题2"/>
  <p:tag name="TAG_CONTENT_DIAGRAM_INDEX" val="0500561fba5d47f5a291204f86dbe39d"/>
  <p:tag name="TAG_CONTENT_GROUPCOUNT" val="5"/>
  <p:tag name="TAG_CONTENT_GROUPINDEX" val="2"/>
  <p:tag name="TAG_CONTENT_SUBINDEX" val="2"/>
  <p:tag name="YOO_CHATSHAPE_TYPE" val="YOO_CHATSHAPE_CHILDDECORATE"/>
</p:tagLst>
</file>

<file path=ppt/tags/tag288.xml><?xml version="1.0" encoding="utf-8"?>
<p:tagLst xmlns:p="http://schemas.openxmlformats.org/presentationml/2006/main">
  <p:tag name="YOO_CHATSHAPE_TYPE" val="YOO_CHATSHAPE_DECORATION"/>
</p:tagLst>
</file>

<file path=ppt/tags/tag289.xml><?xml version="1.0" encoding="utf-8"?>
<p:tagLst xmlns:p="http://schemas.openxmlformats.org/presentationml/2006/main">
  <p:tag name="TAG_CHATSHAPE_LINK" val="sp:子标题4"/>
  <p:tag name="TAG_CONTENT_DIAGRAM_INDEX" val="0500561fba5d47f5a291204f86dbe39d"/>
  <p:tag name="TAG_CONTENT_GROUPCOUNT" val="5"/>
  <p:tag name="TAG_CONTENT_GROUPINDEX" val="4"/>
  <p:tag name="TAG_CONTENT_SUBINDEX" val="4"/>
  <p:tag name="YOO_CHATSHAPE_TYPE" val="YOO_CHATSHAPE_CHILDDECORATE"/>
</p:tagLst>
</file>

<file path=ppt/tags/tag290.xml><?xml version="1.0" encoding="utf-8"?>
<p:tagLst xmlns:p="http://schemas.openxmlformats.org/presentationml/2006/main">
  <p:tag name="YOO_CHATSHAPE_TYPE" val="YOO_CHATSHAPE_DECORATION"/>
</p:tagLst>
</file>

<file path=ppt/tags/tag291.xml><?xml version="1.0" encoding="utf-8"?>
<p:tagLst xmlns:p="http://schemas.openxmlformats.org/presentationml/2006/main">
  <p:tag name="TAG_CHATSHAPE_LINK" val="sp:子标题3"/>
  <p:tag name="TAG_CONTENT_DIAGRAM_INDEX" val="0500561fba5d47f5a291204f86dbe39d"/>
  <p:tag name="TAG_CONTENT_GROUPCOUNT" val="5"/>
  <p:tag name="TAG_CONTENT_GROUPINDEX" val="3"/>
  <p:tag name="TAG_CONTENT_SUBINDEX" val="3"/>
  <p:tag name="YOO_CHATSHAPE_TYPE" val="YOO_CHATSHAPE_CHILDDECORATE"/>
</p:tagLst>
</file>

<file path=ppt/tags/tag292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CHILDCONTENT"/>
</p:tagLst>
</file>

<file path=ppt/tags/tag293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CHILDTITLE"/>
</p:tagLst>
</file>

<file path=ppt/tags/tag294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2"/>
  <p:tag name="TAG_CONTENT_SUBINDEX" val="2"/>
  <p:tag name="YOO_CHATSHAPE_TYPE" val="YOO_CHATSHAPE_CHILDCONTENT"/>
</p:tagLst>
</file>

<file path=ppt/tags/tag295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2"/>
  <p:tag name="TAG_CONTENT_SUBINDEX" val="2"/>
  <p:tag name="YOO_CHATSHAPE_TYPE" val="YOO_CHATSHAPE_CHILDTITLE"/>
</p:tagLst>
</file>

<file path=ppt/tags/tag296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3"/>
  <p:tag name="TAG_CONTENT_SUBINDEX" val="3"/>
  <p:tag name="YOO_CHATSHAPE_TYPE" val="YOO_CHATSHAPE_CHILDCONTENT"/>
</p:tagLst>
</file>

<file path=ppt/tags/tag297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3"/>
  <p:tag name="TAG_CONTENT_SUBINDEX" val="3"/>
  <p:tag name="YOO_CHATSHAPE_TYPE" val="YOO_CHATSHAPE_CHILDTITLE"/>
</p:tagLst>
</file>

<file path=ppt/tags/tag298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4"/>
  <p:tag name="TAG_CONTENT_SUBINDEX" val="4"/>
  <p:tag name="YOO_CHATSHAPE_TYPE" val="YOO_CHATSHAPE_CHILDCONTENT"/>
</p:tagLst>
</file>

<file path=ppt/tags/tag299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4"/>
  <p:tag name="TAG_CONTENT_SUBINDEX" val="4"/>
  <p:tag name="YOO_CHATSHAPE_TYPE" val="YOO_CHATSHAPE_CHILDTITLE"/>
</p:tagLst>
</file>

<file path=ppt/tags/tag300.xml><?xml version="1.0" encoding="utf-8"?>
<p:tagLst xmlns:p="http://schemas.openxmlformats.org/presentationml/2006/main">
  <p:tag name="TAG_CHATSHAPE_LINK" val="sp:子标题5"/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CHILDDECORATE"/>
</p:tagLst>
</file>

<file path=ppt/tags/tag301.xml><?xml version="1.0" encoding="utf-8"?>
<p:tagLst xmlns:p="http://schemas.openxmlformats.org/presentationml/2006/main">
  <p:tag name="TAG_CHATSHAPE_LINK" val="sp:子标题5"/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DECORATION"/>
</p:tagLst>
</file>

<file path=ppt/tags/tag302.xml><?xml version="1.0" encoding="utf-8"?>
<p:tagLst xmlns:p="http://schemas.openxmlformats.org/presentationml/2006/main">
  <p:tag name="TAG_CHATSHAPE_LINK" val="sp:子标题5"/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DECORATION"/>
</p:tagLst>
</file>

<file path=ppt/tags/tag303.xml><?xml version="1.0" encoding="utf-8"?>
<p:tagLst xmlns:p="http://schemas.openxmlformats.org/presentationml/2006/main">
  <p:tag name="YOO_CHATSHAPE_TYPE" val="YOO_CHATSHAPE_DECORATION"/>
</p:tagLst>
</file>

<file path=ppt/tags/tag304.xml><?xml version="1.0" encoding="utf-8"?>
<p:tagLst xmlns:p="http://schemas.openxmlformats.org/presentationml/2006/main">
  <p:tag name="TAG_CHATSHAPE_LINK" val="sp:子标题5"/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CHILDDECORATE"/>
</p:tagLst>
</file>

<file path=ppt/tags/tag305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CHILDCONTENT"/>
</p:tagLst>
</file>

<file path=ppt/tags/tag306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CHILDTITLE"/>
</p:tagLst>
</file>

<file path=ppt/tags/tag307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1"/>
  <p:tag name="TAG_CONTENT_SUBINDEX" val="1"/>
  <p:tag name="YOO_CHATSHAPE_TYPE" val="YOO_CHATSHAPE_NUM"/>
</p:tagLst>
</file>

<file path=ppt/tags/tag308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2"/>
  <p:tag name="TAG_CONTENT_SUBINDEX" val="2"/>
  <p:tag name="YOO_CHATSHAPE_TYPE" val="YOO_CHATSHAPE_NUM"/>
</p:tagLst>
</file>

<file path=ppt/tags/tag309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3"/>
  <p:tag name="TAG_CONTENT_SUBINDEX" val="3"/>
  <p:tag name="YOO_CHATSHAPE_TYPE" val="YOO_CHATSHAPE_NUM"/>
</p:tagLst>
</file>

<file path=ppt/tags/tag310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4"/>
  <p:tag name="TAG_CONTENT_SUBINDEX" val="4"/>
  <p:tag name="YOO_CHATSHAPE_TYPE" val="YOO_CHATSHAPE_NUM"/>
</p:tagLst>
</file>

<file path=ppt/tags/tag311.xml><?xml version="1.0" encoding="utf-8"?>
<p:tagLst xmlns:p="http://schemas.openxmlformats.org/presentationml/2006/main">
  <p:tag name="TAG_CONTENT_DIAGRAM_INDEX" val="0500561fba5d47f5a291204f86dbe39d"/>
  <p:tag name="TAG_CONTENT_GROUPCOUNT" val="5"/>
  <p:tag name="TAG_CONTENT_GROUPINDEX" val="5"/>
  <p:tag name="TAG_CONTENT_SUBINDEX" val="5"/>
  <p:tag name="YOO_CHATSHAPE_TYPE" val="YOO_CHATSHAPE_NUM"/>
</p:tagLst>
</file>

<file path=ppt/tags/tag312.xml><?xml version="1.0" encoding="utf-8"?>
<p:tagLst xmlns:p="http://schemas.openxmlformats.org/presentationml/2006/main">
  <p:tag name="TAG_AIGCCREATORID" val="AIGC生成内容仅供参考-2026/3/31 20:58:45"/>
  <p:tag name="TAG_CHAPTER_ID" val="2"/>
  <p:tag name="TAG_CONTENT_TYPE" val="二级大纲5"/>
  <p:tag name="TAG_SECTION_ID" val="2"/>
  <p:tag name="YOO_CHATPAGE_TYPE" val="TAG_CHATPAGE_MULTCONTENT"/>
  <p:tag name="YOO_CHATSHAPE_TITLE" val="创意展示PPT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13.xml><?xml version="1.0" encoding="utf-8"?>
<p:tagLst xmlns:p="http://schemas.openxmlformats.org/presentationml/2006/main">
  <p:tag name="KSO_WM_BEAUTIFY_FLAG" val=""/>
  <p:tag name="YOO_CHATSHAPE_TYPE" val="YOO_CHATSHAPE_TITLE"/>
</p:tagLst>
</file>

<file path=ppt/tags/tag314.xml><?xml version="1.0" encoding="utf-8"?>
<p:tagLst xmlns:p="http://schemas.openxmlformats.org/presentationml/2006/main">
  <p:tag name="KSO_WM_BEAUTIFY_FLAG" val=""/>
  <p:tag name="TAG_CHATSHAPE_SUBTITLE_TYPE" val="TAG_CHATSHAPE_SUBTITLE_ENGLISH"/>
  <p:tag name="YOO_CHATSHAPE_TYPE" val="YOO_CHATSHAPE_SUBTITLE"/>
</p:tagLst>
</file>

<file path=ppt/tags/tag315.xml><?xml version="1.0" encoding="utf-8"?>
<p:tagLst xmlns:p="http://schemas.openxmlformats.org/presentationml/2006/main">
  <p:tag name="TAG_CHATPAGE_CHAPTER" val="3"/>
  <p:tag name="YOO_CHATSHAPE_TYPE" val="YOO_CHATSHAPE_NUM"/>
</p:tagLst>
</file>

<file path=ppt/tags/tag316.xml><?xml version="1.0" encoding="utf-8"?>
<p:tagLst xmlns:p="http://schemas.openxmlformats.org/presentationml/2006/main">
  <p:tag name="TAG_AIGCCREATORID" val="AIGC生成内容仅供参考-2026/3/31 20:58:45"/>
  <p:tag name="TAG_CHAPTER_ID" val="3"/>
  <p:tag name="YOO_CHATPAGE_TYPE" val="TAG_CHATPAGE_CHAPTER"/>
  <p:tag name="YOO_CHATSHAPE_TITLE" val="PPT优化与总结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17.xml><?xml version="1.0" encoding="utf-8"?>
<p:tagLst xmlns:p="http://schemas.openxmlformats.org/presentationml/2006/main">
  <p:tag name="YOO_CHATSHAPE_TYPE" val="YOO_CHATSHAPE_DECORATION"/>
</p:tagLst>
</file>

<file path=ppt/tags/tag318.xml><?xml version="1.0" encoding="utf-8"?>
<p:tagLst xmlns:p="http://schemas.openxmlformats.org/presentationml/2006/main">
  <p:tag name="YOO_CHATSHAPE_TYPE" val="YOO_CHATSHAPE_TITLE"/>
</p:tagLst>
</file>

<file path=ppt/tags/tag319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1"/>
  <p:tag name="YOO_CHATSHAPE_TYPE" val="YOO_CHATSHAPE_NUM"/>
</p:tagLst>
</file>

<file path=ppt/tags/tag320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1"/>
  <p:tag name="YOO_CHATSHAPE_TYPE" val="YOO_CHATSHAPE_CHILDTITLE"/>
</p:tagLst>
</file>

<file path=ppt/tags/tag321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2"/>
  <p:tag name="YOO_CHATSHAPE_TYPE" val="YOO_CHATSHAPE_CHILDTITLE"/>
</p:tagLst>
</file>

<file path=ppt/tags/tag322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3"/>
  <p:tag name="YOO_CHATSHAPE_TYPE" val="YOO_CHATSHAPE_CHILDTITLE"/>
</p:tagLst>
</file>

<file path=ppt/tags/tag323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4"/>
  <p:tag name="YOO_CHATSHAPE_TYPE" val="YOO_CHATSHAPE_CHILDTITLE"/>
</p:tagLst>
</file>

<file path=ppt/tags/tag324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2"/>
  <p:tag name="YOO_CHATSHAPE_TYPE" val="YOO_CHATSHAPE_NUM"/>
</p:tagLst>
</file>

<file path=ppt/tags/tag325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3"/>
  <p:tag name="YOO_CHATSHAPE_TYPE" val="YOO_CHATSHAPE_NUM"/>
</p:tagLst>
</file>

<file path=ppt/tags/tag326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4"/>
  <p:tag name="YOO_CHATSHAPE_TYPE" val="YOO_CHATSHAPE_NUM"/>
</p:tagLst>
</file>

<file path=ppt/tags/tag327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1"/>
  <p:tag name="YOO_CHATSHAPE_TYPE" val="YOO_CHATSHAPE_CHILDCONTENT"/>
</p:tagLst>
</file>

<file path=ppt/tags/tag328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2"/>
  <p:tag name="YOO_CHATSHAPE_TYPE" val="YOO_CHATSHAPE_CHILDCONTENT"/>
</p:tagLst>
</file>

<file path=ppt/tags/tag329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3"/>
  <p:tag name="YOO_CHATSHAPE_TYPE" val="YOO_CHATSHAPE_CHILDCONTENT"/>
</p:tagLst>
</file>

<file path=ppt/tags/tag330.xml><?xml version="1.0" encoding="utf-8"?>
<p:tagLst xmlns:p="http://schemas.openxmlformats.org/presentationml/2006/main">
  <p:tag name="TAG_CONTENT_DIAGRAM_INDEX" val="f4daa414362149ef84881ab14f60c0ac"/>
  <p:tag name="TAG_CONTENT_GROUPCOUNT" val="4"/>
  <p:tag name="TAG_CONTENT_GROUPINDEX" val="4"/>
  <p:tag name="YOO_CHATSHAPE_TYPE" val="YOO_CHATSHAPE_CHILDCONTENT"/>
</p:tagLst>
</file>

<file path=ppt/tags/tag331.xml><?xml version="1.0" encoding="utf-8"?>
<p:tagLst xmlns:p="http://schemas.openxmlformats.org/presentationml/2006/main">
  <p:tag name="YOO_CHATSHAPE_TYPE" val="YOO_CHATSHAPE_DECORATION"/>
</p:tagLst>
</file>

<file path=ppt/tags/tag332.xml><?xml version="1.0" encoding="utf-8"?>
<p:tagLst xmlns:p="http://schemas.openxmlformats.org/presentationml/2006/main">
  <p:tag name="YOO_CHATSHAPE_TYPE" val="YOO_CHATSHAPE_DECORATION"/>
</p:tagLst>
</file>

<file path=ppt/tags/tag333.xml><?xml version="1.0" encoding="utf-8"?>
<p:tagLst xmlns:p="http://schemas.openxmlformats.org/presentationml/2006/main">
  <p:tag name="TAG_AIGCCREATORID" val="AIGC生成内容仅供参考-2026/3/31 20:58:45"/>
  <p:tag name="TAG_CHAPTER_ID" val="3"/>
  <p:tag name="TAG_CONTENT_TYPE" val="二级大纲4"/>
  <p:tag name="TAG_SECTION_ID" val="0"/>
  <p:tag name="YOO_CHATPAGE_TYPE" val="TAG_CHATPAGE_MULTCONTENT"/>
  <p:tag name="YOO_CHATSHAPE_TITLE" val="PPT优化技巧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34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1"/>
  <p:tag name="TAG_CONTENT_SUBINDEX" val="2"/>
  <p:tag name="YOO_CHATSHAPE_TYPE" val="YOO_CHATSHAPE_CHILDDECORATE"/>
</p:tagLst>
</file>

<file path=ppt/tags/tag335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2"/>
  <p:tag name="TAG_CONTENT_SUBINDEX" val="2"/>
  <p:tag name="YOO_CHATSHAPE_TYPE" val="YOO_CHATSHAPE_CHILDDECORATE"/>
</p:tagLst>
</file>

<file path=ppt/tags/tag336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3"/>
  <p:tag name="TAG_CONTENT_SUBINDEX" val="2"/>
  <p:tag name="YOO_CHATSHAPE_TYPE" val="YOO_CHATSHAPE_CHILDDECORATE"/>
</p:tagLst>
</file>

<file path=ppt/tags/tag337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3"/>
  <p:tag name="TAG_CONTENT_SUBINDEX" val="1"/>
  <p:tag name="YOO_CHATSHAPE_TYPE" val="YOO_CHATSHAPE_CHILDDECORATE"/>
</p:tagLst>
</file>

<file path=ppt/tags/tag338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3"/>
  <p:tag name="YOO_CHATSHAPE_TYPE" val="YOO_CHATSHAPE_ICON"/>
</p:tagLst>
</file>

<file path=ppt/tags/tag339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1"/>
  <p:tag name="TAG_CONTENT_SUBINDEX" val="1"/>
  <p:tag name="YOO_CHATSHAPE_TYPE" val="YOO_CHATSHAPE_CHILDDECORATE"/>
</p:tagLst>
</file>

<file path=ppt/tags/tag340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1"/>
  <p:tag name="YOO_CHATSHAPE_TYPE" val="YOO_CHATSHAPE_ICON"/>
</p:tagLst>
</file>

<file path=ppt/tags/tag341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2"/>
  <p:tag name="TAG_CONTENT_SUBINDEX" val="1"/>
  <p:tag name="YOO_CHATSHAPE_TYPE" val="YOO_CHATSHAPE_CHILDDECORATE"/>
</p:tagLst>
</file>

<file path=ppt/tags/tag342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2"/>
  <p:tag name="YOO_CHATSHAPE_TYPE" val="YOO_CHATSHAPE_ICON"/>
</p:tagLst>
</file>

<file path=ppt/tags/tag343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4"/>
  <p:tag name="TAG_CONTENT_SUBINDEX" val="1"/>
  <p:tag name="YOO_CHATSHAPE_TYPE" val="YOO_CHATSHAPE_CHILDDECORATE"/>
</p:tagLst>
</file>

<file path=ppt/tags/tag344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4"/>
  <p:tag name="YOO_CHATSHAPE_TYPE" val="YOO_CHATSHAPE_ICON"/>
</p:tagLst>
</file>

<file path=ppt/tags/tag345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2"/>
  <p:tag name="YOO_CHATSHAPE_TYPE" val="YOO_CHATSHAPE_CHILDTITLE"/>
</p:tagLst>
</file>

<file path=ppt/tags/tag346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2"/>
  <p:tag name="YOO_CHATSHAPE_TYPE" val="YOO_CHATSHAPE_CHILDCONTENT"/>
</p:tagLst>
</file>

<file path=ppt/tags/tag347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3"/>
  <p:tag name="YOO_CHATSHAPE_TYPE" val="YOO_CHATSHAPE_CHILDTITLE"/>
</p:tagLst>
</file>

<file path=ppt/tags/tag348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3"/>
  <p:tag name="YOO_CHATSHAPE_TYPE" val="YOO_CHATSHAPE_CHILDCONTENT"/>
</p:tagLst>
</file>

<file path=ppt/tags/tag349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1"/>
  <p:tag name="YOO_CHATSHAPE_TYPE" val="YOO_CHATSHAPE_CHILDTITLE"/>
</p:tagLst>
</file>

<file path=ppt/tags/tag350.xml><?xml version="1.0" encoding="utf-8"?>
<p:tagLst xmlns:p="http://schemas.openxmlformats.org/presentationml/2006/main">
  <p:tag name="TAG_CONTENT_DIAGRAM_INDEX" val="df81e493f20745f4a589538076deafb5"/>
  <p:tag name="TAG_CONTENT_GROUPCOUNT" val="4"/>
  <p:tag name="TAG_CONTENT_GROUPINDEX" val="1"/>
  <p:tag name="YOO_CHATSHAPE_TYPE" val="YOO_CHATSHAPE_CHILDCONTENT"/>
</p:tagLst>
</file>

<file path=ppt/tags/tag351.xml><?xml version="1.0" encoding="utf-8"?>
<p:tagLst xmlns:p="http://schemas.openxmlformats.org/presentationml/2006/main">
  <p:tag name="YOO_CHATSHAPE_TYPE" val="YOO_CHATSHAPE_DECORATION"/>
</p:tagLst>
</file>

<file path=ppt/tags/tag352.xml><?xml version="1.0" encoding="utf-8"?>
<p:tagLst xmlns:p="http://schemas.openxmlformats.org/presentationml/2006/main">
  <p:tag name="YOO_CHATSHAPE_TYPE" val="YOO_CHATSHAPE_DECORATION"/>
</p:tagLst>
</file>

<file path=ppt/tags/tag353.xml><?xml version="1.0" encoding="utf-8"?>
<p:tagLst xmlns:p="http://schemas.openxmlformats.org/presentationml/2006/main">
  <p:tag name="YOO_CHATSHAPE_TYPE" val="YOO_CHATSHAPE_DECORATION"/>
</p:tagLst>
</file>

<file path=ppt/tags/tag354.xml><?xml version="1.0" encoding="utf-8"?>
<p:tagLst xmlns:p="http://schemas.openxmlformats.org/presentationml/2006/main">
  <p:tag name="YOO_CHATSHAPE_TYPE" val="YOO_CHATSHAPE_DECORATION"/>
</p:tagLst>
</file>

<file path=ppt/tags/tag355.xml><?xml version="1.0" encoding="utf-8"?>
<p:tagLst xmlns:p="http://schemas.openxmlformats.org/presentationml/2006/main">
  <p:tag name="TAG_CHATSHAPE_LINK" val="sp:标题"/>
  <p:tag name="TAG_CONTENT_DIAGRAM_INDEX" val="86f0d7d8dded4c389f3f2e2734e4afe5"/>
  <p:tag name="TAG_CONTENT_GROUPCOUNT" val="4"/>
  <p:tag name="TAG_CONTENT_GROUPINDEX" val="1"/>
  <p:tag name="TAG_CONTENT_SUBINDEX" val="1"/>
  <p:tag name="YOO_CHATSHAPE_TYPE" val="YOO_CHATSHAPE_PAGEDECORATE"/>
</p:tagLst>
</file>

<file path=ppt/tags/tag356.xml><?xml version="1.0" encoding="utf-8"?>
<p:tagLst xmlns:p="http://schemas.openxmlformats.org/presentationml/2006/main">
  <p:tag name="YOO_CHATSHAPE_TYPE" val="YOO_CHATSHAPE_TITLE"/>
</p:tagLst>
</file>

<file path=ppt/tags/tag357.xml><?xml version="1.0" encoding="utf-8"?>
<p:tagLst xmlns:p="http://schemas.openxmlformats.org/presentationml/2006/main">
  <p:tag name="TAG_AIGCCREATORID" val="AIGC生成内容仅供参考-2026/3/31 20:58:45"/>
  <p:tag name="TAG_CHAPTER_ID" val="3"/>
  <p:tag name="TAG_CONTENT_TYPE" val="二级大纲3"/>
  <p:tag name="TAG_SECTION_ID" val="1"/>
  <p:tag name="YOO_CHATPAGE_TYPE" val="TAG_CHATPAGE_MULTCONTENT"/>
  <p:tag name="YOO_CHATSHAPE_TITLE" val="总结与展望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58.xml><?xml version="1.0" encoding="utf-8"?>
<p:tagLst xmlns:p="http://schemas.openxmlformats.org/presentationml/2006/main">
  <p:tag name="YOO_CHATSHAPE_TYPE" val="YOO_CHATSHAPE_TITLE"/>
</p:tagLst>
</file>

<file path=ppt/tags/tag359.xml><?xml version="1.0" encoding="utf-8"?>
<p:tagLst xmlns:p="http://schemas.openxmlformats.org/presentationml/2006/main">
  <p:tag name="YOO_CHATSHAPE_TYPE" val="YOO_CHATSHAPE_SUBTITLE"/>
</p:tagLst>
</file>

<file path=ppt/tags/tag360.xml><?xml version="1.0" encoding="utf-8"?>
<p:tagLst xmlns:p="http://schemas.openxmlformats.org/presentationml/2006/main">
  <p:tag name="YOO_CHATSHAPE_AUTHOR" val="百度文心助手"/>
  <p:tag name="YOO_CHATSHAPE_TYPE" val="YOO_CHATSHAPE_AUTHOR"/>
</p:tagLst>
</file>

<file path=ppt/tags/tag36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  <p:tag name="KSO_WM_UNIT_TEXT_SHADOW_SCHEMECOLOR_INDEX" val="6"/>
  <p:tag name="KSO_WM_UNIT_TEXT_SHADOW_SCHEMECOLOR_INDEX_BRIGHTNESS" val="-0.25"/>
  <p:tag name="YOO_CHATSHAPE_TYPE" val="YOO_CHATSHAPE_DATE"/>
</p:tagLst>
</file>

<file path=ppt/tags/tag362.xml><?xml version="1.0" encoding="utf-8"?>
<p:tagLst xmlns:p="http://schemas.openxmlformats.org/presentationml/2006/main">
  <p:tag name="YOO_CHATSHAPE_COMPANY" val="百度文心助手 Team"/>
  <p:tag name="YOO_CHATSHAPE_TYPE" val="YOO_CHATSHAPE_COMPANY"/>
</p:tagLst>
</file>

<file path=ppt/tags/tag363.xml><?xml version="1.0" encoding="utf-8"?>
<p:tagLst xmlns:p="http://schemas.openxmlformats.org/presentationml/2006/main">
  <p:tag name="TAG_AIGCCREATORID" val="AIGC生成内容仅供参考-2026/3/31 20:58:45"/>
  <p:tag name="YOO_CHATPAGE_TYPE" val="TAG_CHATPAGE_END"/>
  <p:tag name="YOO_CHATSHAPE_TITLE" val="Thank You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ags/tag364.xml><?xml version="1.0" encoding="utf-8"?>
<p:tagLst xmlns:p="http://schemas.openxmlformats.org/presentationml/2006/main">
  <p:tag name="TAG_AIGCCREATORID" val="AIGC生成内容仅供参考-2026/3/31 20:58:31"/>
  <p:tag name="TAG_CHATPAGE_CATALOG" val="PPT基础概念、PPT高级技巧、PPT实战应用、PPT优化与总结"/>
  <p:tag name="TAG_PPT_THEMETITLE" val="PPT技能提升指南"/>
  <p:tag name="TAG_PPT_THEMEWORD" val="PPT技能提升指南"/>
  <p:tag name="TAG_PRESENTATION_STYLE" val="科技"/>
  <p:tag name="TAG_PRESENTATION_TEMPLATE" val="{&quot;image&quot;:&quot;&quot;,&quot;sub_images&quot;:[],&quot;title&quot;:&quot;&quot;,&quot;style&quot;:&quot;科技&quot;,&quot;template_type&quot;:&quot;插图&quot;,&quot;isVector&quot;:false,&quot;color&quot;:&quot;红色&quot;,&quot;colorList&quot;:[&quot;#280909&quot;,&quot;#FFFFFF&quot;,&quot;#FFFFFF&quot;,&quot;#110404&quot;,&quot;#E83837&quot;,&quot;#F07749&quot;,&quot;#EC322E&quot;,&quot;#F1463D&quot;,&quot;#CC2E2C&quot;,&quot;#F85B6D&quot;,&quot;#000D10&quot;,&quot;#00252E&quot;],&quot;scene&quot;:&quot;&quot;,&quot;group&quot;:&quot;group_10&quot;,&quot;cover_id&quot;:&quot;SYg7escjBdrm&quot;,&quot;end_id&quot;:&quot;STbcYJ9QzTfP&quot;,&quot;catalog_id&quot;:&quot;J7mkcGJKaAx2&quot;,&quot;chapter_id&quot;:&quot;zQsPuF6pBFcv&quot;,&quot;content_ids&quot;:[],&quot;picture_url&quot;:&quot;&quot;,&quot;isuse&quot;:false,&quot;theme_colors&quot;:[],&quot;company&quot;:&quot;&quot;,&quot;logo_left&quot;:false,&quot;logoLight&quot;:&quot;&quot;,&quot;logoDark&quot;:&quot;&quot;,&quot;school&quot;:&quot;&quot;,&quot;isCollect&quot;:false,&quot;data_id&quot;:&quot;&quot;,&quot;userName&quot;:&quot;&quot;,&quot;authorName&quot;:&quot;&quot;,&quot;json&quot;:&quot;&quot;,&quot;index&quot;:0}"/>
  <p:tag name="YOO_PROTECTION_DATA" val="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rgbClr val="280909"/>
      </a:dk1>
      <a:lt1>
        <a:srgbClr val="FFFFFF"/>
      </a:lt1>
      <a:dk2>
        <a:srgbClr val="FFFFFF"/>
      </a:dk2>
      <a:lt2>
        <a:srgbClr val="110404"/>
      </a:lt2>
      <a:accent1>
        <a:srgbClr val="E83837"/>
      </a:accent1>
      <a:accent2>
        <a:srgbClr val="F07749"/>
      </a:accent2>
      <a:accent3>
        <a:srgbClr val="EC322E"/>
      </a:accent3>
      <a:accent4>
        <a:srgbClr val="F1463D"/>
      </a:accent4>
      <a:accent5>
        <a:srgbClr val="CC2E2C"/>
      </a:accent5>
      <a:accent6>
        <a:srgbClr val="F85B6D"/>
      </a:accent6>
      <a:hlink>
        <a:srgbClr val="000D10"/>
      </a:hlink>
      <a:folHlink>
        <a:srgbClr val="00252E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3.xml" /></Relationships>
</file>

<file path=customXml/_rels/item4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4.xml" /></Relationships>
</file>

<file path=customXml/_rels/item5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5.xml" /></Relationships>
</file>

<file path=customXml/_rels/item6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6.xml" /></Relationships>
</file>

<file path=customXml/_rels/item7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7.xml" /></Relationships>
</file>

<file path=customXml/_rels/item8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8.xml" /></Relationships>
</file>

<file path=customXml/_rels/item9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9.xml" /></Relationships>
</file>

<file path=customXml/_rels/item10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0.xml" /></Relationships>
</file>

<file path=customXml/_rels/item1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1.xml" /></Relationships>
</file>

<file path=customXml/_rels/item1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2.xml" /></Relationships>
</file>

<file path=customXml/_rels/item1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3.xml" /></Relationships>
</file>

<file path=customXml/_rels/item14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4.xml" /></Relationships>
</file>

<file path=customXml/_rels/item15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5.xml" /></Relationships>
</file>

<file path=customXml/_rels/item16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6.xml" /></Relationships>
</file>

<file path=customXml/_rels/item17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7.xml" /></Relationships>
</file>

<file path=customXml/_rels/item18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8.xml" /></Relationships>
</file>

<file path=customXml/_rels/item19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9.xml" /></Relationships>
</file>

<file path=customXml/_rels/item20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0.xml" /></Relationships>
</file>

<file path=customXml/item1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3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4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5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6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7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8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9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0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1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2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3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4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5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6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7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8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9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0.xml><?xml version="1.0" encoding="utf-8"?>
<yoo_protection_data>\u007b\u0022\u0049\u0044\u0022\u003a\u0022\u0038\u0063\u0037\u0031\u0030\u0038\u0064\u0062\u0065\u0064\u0037\u0039\u0034\u0062\u0036\u0032\u0038\u0036\u0034\u0063\u0032\u0030\u0032\u0065\u0036\u0031\u0063\u0039\u0065\u0035\u0066\u0032\u0022\u002c\u0022\u0054\u0069\u006d\u0065\u0022\u003a\u0022\u0032\u0030\u0032\u0036\u002f\u0030\u0033\u002f\u0033\u0031\u0020\u0032\u0030\u003a\u0035\u0038\u003a\u0034\u0035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Props1.xml><?xml version="1.0" encoding="utf-8"?>
<ds:datastoreItem xmlns:ds="http://schemas.openxmlformats.org/officeDocument/2006/customXml" ds:itemID="{EE65C171-143E-4EA9-94B1-9E0D464557CB}">
  <ds:schemaRefs/>
</ds:datastoreItem>
</file>

<file path=customXml/itemProps2.xml><?xml version="1.0" encoding="utf-8"?>
<ds:datastoreItem xmlns:ds="http://schemas.openxmlformats.org/officeDocument/2006/customXml" ds:itemID="{0A105206-2FC6-415A-8EB1-A13399E74F68}">
  <ds:schemaRefs/>
</ds:datastoreItem>
</file>

<file path=customXml/itemProps3.xml><?xml version="1.0" encoding="utf-8"?>
<ds:datastoreItem xmlns:ds="http://schemas.openxmlformats.org/officeDocument/2006/customXml" ds:itemID="{0ADCAD30-FAF2-4A26-8360-CA04460D231A}">
  <ds:schemaRefs/>
</ds:datastoreItem>
</file>

<file path=customXml/itemProps4.xml><?xml version="1.0" encoding="utf-8"?>
<ds:datastoreItem xmlns:ds="http://schemas.openxmlformats.org/officeDocument/2006/customXml" ds:itemID="{B30816CE-C749-4AE5-9C68-20757199CCEB}">
  <ds:schemaRefs/>
</ds:datastoreItem>
</file>

<file path=customXml/itemProps5.xml><?xml version="1.0" encoding="utf-8"?>
<ds:datastoreItem xmlns:ds="http://schemas.openxmlformats.org/officeDocument/2006/customXml" ds:itemID="{DDDF6E74-D9A0-498D-AF04-C1D86031E559}">
  <ds:schemaRefs/>
</ds:datastoreItem>
</file>

<file path=customXml/itemProps6.xml><?xml version="1.0" encoding="utf-8"?>
<ds:datastoreItem xmlns:ds="http://schemas.openxmlformats.org/officeDocument/2006/customXml" ds:itemID="{041B27B6-3B96-4266-941A-BCDECFFBF74F}">
  <ds:schemaRefs/>
</ds:datastoreItem>
</file>

<file path=customXml/itemProps7.xml><?xml version="1.0" encoding="utf-8"?>
<ds:datastoreItem xmlns:ds="http://schemas.openxmlformats.org/officeDocument/2006/customXml" ds:itemID="{C2A69E66-91CA-4648-AAB2-64A2A8616D38}">
  <ds:schemaRefs/>
</ds:datastoreItem>
</file>

<file path=customXml/itemProps8.xml><?xml version="1.0" encoding="utf-8"?>
<ds:datastoreItem xmlns:ds="http://schemas.openxmlformats.org/officeDocument/2006/customXml" ds:itemID="{517565BD-18F0-44A8-8A70-3CAFD11745A4}">
  <ds:schemaRefs/>
</ds:datastoreItem>
</file>

<file path=customXml/itemProps9.xml><?xml version="1.0" encoding="utf-8"?>
<ds:datastoreItem xmlns:ds="http://schemas.openxmlformats.org/officeDocument/2006/customXml" ds:itemID="{749B4A46-6425-446D-B408-70CDFFB7C11D}">
  <ds:schemaRefs/>
</ds:datastoreItem>
</file>

<file path=customXml/itemProps10.xml><?xml version="1.0" encoding="utf-8"?>
<ds:datastoreItem xmlns:ds="http://schemas.openxmlformats.org/officeDocument/2006/customXml" ds:itemID="{FE99052F-7FDA-44F0-B715-F22599F0F1FF}">
  <ds:schemaRefs/>
</ds:datastoreItem>
</file>

<file path=customXml/itemProps11.xml><?xml version="1.0" encoding="utf-8"?>
<ds:datastoreItem xmlns:ds="http://schemas.openxmlformats.org/officeDocument/2006/customXml" ds:itemID="{ECD1DF2A-F7AD-40C7-ACAA-A82DAD7525BB}">
  <ds:schemaRefs/>
</ds:datastoreItem>
</file>

<file path=customXml/itemProps12.xml><?xml version="1.0" encoding="utf-8"?>
<ds:datastoreItem xmlns:ds="http://schemas.openxmlformats.org/officeDocument/2006/customXml" ds:itemID="{30004935-4251-4C6B-97A1-6ECA3864A90B}">
  <ds:schemaRefs/>
</ds:datastoreItem>
</file>

<file path=customXml/itemProps13.xml><?xml version="1.0" encoding="utf-8"?>
<ds:datastoreItem xmlns:ds="http://schemas.openxmlformats.org/officeDocument/2006/customXml" ds:itemID="{1B2DC879-C0B9-4386-A1D4-5D8F6EF112D2}">
  <ds:schemaRefs/>
</ds:datastoreItem>
</file>

<file path=customXml/itemProps14.xml><?xml version="1.0" encoding="utf-8"?>
<ds:datastoreItem xmlns:ds="http://schemas.openxmlformats.org/officeDocument/2006/customXml" ds:itemID="{5E2B09D8-EB59-4F5D-8909-ABD7E911F868}">
  <ds:schemaRefs/>
</ds:datastoreItem>
</file>

<file path=customXml/itemProps15.xml><?xml version="1.0" encoding="utf-8"?>
<ds:datastoreItem xmlns:ds="http://schemas.openxmlformats.org/officeDocument/2006/customXml" ds:itemID="{925A501D-3B3F-4B36-915A-707D4CC3639D}">
  <ds:schemaRefs/>
</ds:datastoreItem>
</file>

<file path=customXml/itemProps16.xml><?xml version="1.0" encoding="utf-8"?>
<ds:datastoreItem xmlns:ds="http://schemas.openxmlformats.org/officeDocument/2006/customXml" ds:itemID="{3A43A7DC-2643-4345-BBA7-A7908175762B}">
  <ds:schemaRefs/>
</ds:datastoreItem>
</file>

<file path=customXml/itemProps17.xml><?xml version="1.0" encoding="utf-8"?>
<ds:datastoreItem xmlns:ds="http://schemas.openxmlformats.org/officeDocument/2006/customXml" ds:itemID="{BB40B389-3D60-44EE-B178-CD04A511AE22}">
  <ds:schemaRefs/>
</ds:datastoreItem>
</file>

<file path=customXml/itemProps18.xml><?xml version="1.0" encoding="utf-8"?>
<ds:datastoreItem xmlns:ds="http://schemas.openxmlformats.org/officeDocument/2006/customXml" ds:itemID="{770FC236-074A-4D05-B8E4-E49430BAE8D2}">
  <ds:schemaRefs/>
</ds:datastoreItem>
</file>

<file path=customXml/itemProps19.xml><?xml version="1.0" encoding="utf-8"?>
<ds:datastoreItem xmlns:ds="http://schemas.openxmlformats.org/officeDocument/2006/customXml" ds:itemID="{2A7FB4CA-A7FD-4049-9EF6-7265F5F1B65B}">
  <ds:schemaRefs/>
</ds:datastoreItem>
</file>

<file path=customXml/itemProps20.xml><?xml version="1.0" encoding="utf-8"?>
<ds:datastoreItem xmlns:ds="http://schemas.openxmlformats.org/officeDocument/2006/customXml" ds:itemID="{7AACCCDE-F46E-4795-BEF9-61C3A35BEF6E}">
  <ds:schemaRefs/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宽屏</PresentationFormat>
  <Paragraphs>172</Paragraphs>
  <Slides>19</Slides>
  <Notes>19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baseType="lpstr" size="37">
      <vt:lpstr>Arial</vt:lpstr>
      <vt:lpstr>Calibri</vt:lpstr>
      <vt:lpstr>微软雅黑</vt:lpstr>
      <vt:lpstr>等线</vt:lpstr>
      <vt:lpstr>Avenir LT Pro 65 Medium</vt:lpstr>
      <vt:lpstr>Inter Medium</vt:lpstr>
      <vt:lpstr>字体圈欣意冠黑体</vt:lpstr>
      <vt:lpstr>Open Sans</vt:lpstr>
      <vt:lpstr>思源宋体 CN Light</vt:lpstr>
      <vt:lpstr>思源宋体 CN SemiBold</vt:lpstr>
      <vt:lpstr>思源黑体 CN Bold</vt:lpstr>
      <vt:lpstr>思源黑体 CN</vt:lpstr>
      <vt:lpstr>等线 Light</vt:lpstr>
      <vt:lpstr>Poppins SemiBold</vt:lpstr>
      <vt:lpstr>宋体</vt:lpstr>
      <vt:lpstr>Roboto</vt:lpstr>
      <vt:lpstr>思源黑体 CN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Yoo Office</Application>
  <AppVersion>1.0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keywords>AIGC生成内容仅供参考-2026/3/31 20:58:45</cp:keywords>
  <cp:revision>1</cp:revision>
  <cp:lastPrinted>2026-03-31T20:58:31.939</cp:lastPrinted>
  <dcterms:created xsi:type="dcterms:W3CDTF">2026-03-31T12:58:31Z</dcterms:created>
  <dcterms:modified xsi:type="dcterms:W3CDTF">2026-03-31T12:58:45Z</dcterms:modified>
</cp:coreProperties>
</file>